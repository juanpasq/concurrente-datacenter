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5" r:id="rId1"/>
  </p:sldMasterIdLst>
  <p:notesMasterIdLst>
    <p:notesMasterId r:id="rId26"/>
  </p:notesMasterIdLst>
  <p:sldIdLst>
    <p:sldId id="256" r:id="rId2"/>
    <p:sldId id="257" r:id="rId3"/>
    <p:sldId id="259" r:id="rId4"/>
    <p:sldId id="260" r:id="rId5"/>
    <p:sldId id="290" r:id="rId6"/>
    <p:sldId id="291" r:id="rId7"/>
    <p:sldId id="293" r:id="rId8"/>
    <p:sldId id="292" r:id="rId9"/>
    <p:sldId id="261" r:id="rId10"/>
    <p:sldId id="262" r:id="rId11"/>
    <p:sldId id="263" r:id="rId12"/>
    <p:sldId id="264" r:id="rId13"/>
    <p:sldId id="267" r:id="rId14"/>
    <p:sldId id="272" r:id="rId15"/>
    <p:sldId id="266" r:id="rId16"/>
    <p:sldId id="265" r:id="rId17"/>
    <p:sldId id="286" r:id="rId18"/>
    <p:sldId id="288" r:id="rId19"/>
    <p:sldId id="289" r:id="rId20"/>
    <p:sldId id="287" r:id="rId21"/>
    <p:sldId id="271" r:id="rId22"/>
    <p:sldId id="279" r:id="rId23"/>
    <p:sldId id="278" r:id="rId24"/>
    <p:sldId id="285" r:id="rId25"/>
  </p:sldIdLst>
  <p:sldSz cx="9144000" cy="5143500" type="screen16x9"/>
  <p:notesSz cx="6858000" cy="9144000"/>
  <p:embeddedFontLst>
    <p:embeddedFont>
      <p:font typeface="Exo 2" panose="020B0604020202020204" charset="0"/>
      <p:regular r:id="rId27"/>
      <p:bold r:id="rId28"/>
      <p:italic r:id="rId29"/>
      <p:boldItalic r:id="rId30"/>
    </p:embeddedFont>
    <p:embeddedFont>
      <p:font typeface="Overlock" panose="020B0604020202020204" charset="0"/>
      <p:regular r:id="rId31"/>
      <p:bold r:id="rId32"/>
      <p:italic r:id="rId33"/>
      <p:boldItalic r:id="rId3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Juan Manuel Pasquali" initials="JP" lastIdx="2" clrIdx="0">
    <p:extLst>
      <p:ext uri="{19B8F6BF-5375-455C-9EA6-DF929625EA0E}">
        <p15:presenceInfo xmlns:p15="http://schemas.microsoft.com/office/powerpoint/2012/main" userId="df1c45e19dc63b42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81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7.fntdata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6.fntdata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2.fntdata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1.fntdata"/><Relationship Id="rId30" Type="http://schemas.openxmlformats.org/officeDocument/2006/relationships/font" Target="fonts/font4.fntdata"/><Relationship Id="rId35" Type="http://schemas.openxmlformats.org/officeDocument/2006/relationships/commentAuthors" Target="commentAuthor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8c357ad677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8c357ad677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a478db6c95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a478db6c95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a478db6c95_0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3a478db6c95_0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8c357ad677_0_3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8c357ad677_0_3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>
          <a:extLst>
            <a:ext uri="{FF2B5EF4-FFF2-40B4-BE49-F238E27FC236}">
              <a16:creationId xmlns:a16="http://schemas.microsoft.com/office/drawing/2014/main" id="{BA279C63-E01E-AEE0-7820-B9B927B3F4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8c357ad677_0_372:notes">
            <a:extLst>
              <a:ext uri="{FF2B5EF4-FFF2-40B4-BE49-F238E27FC236}">
                <a16:creationId xmlns:a16="http://schemas.microsoft.com/office/drawing/2014/main" id="{C9BDE32C-5798-8896-FB90-4D166D7E27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8c357ad677_0_372:notes">
            <a:extLst>
              <a:ext uri="{FF2B5EF4-FFF2-40B4-BE49-F238E27FC236}">
                <a16:creationId xmlns:a16="http://schemas.microsoft.com/office/drawing/2014/main" id="{062477C3-3E86-7C31-EB3C-1C2A81CB0E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820625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>
          <a:extLst>
            <a:ext uri="{FF2B5EF4-FFF2-40B4-BE49-F238E27FC236}">
              <a16:creationId xmlns:a16="http://schemas.microsoft.com/office/drawing/2014/main" id="{5826DD77-70FD-B31B-E4E0-6B46747D6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8c357ad677_0_372:notes">
            <a:extLst>
              <a:ext uri="{FF2B5EF4-FFF2-40B4-BE49-F238E27FC236}">
                <a16:creationId xmlns:a16="http://schemas.microsoft.com/office/drawing/2014/main" id="{BE813E05-F77A-7933-646C-6C977BFC60C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8c357ad677_0_372:notes">
            <a:extLst>
              <a:ext uri="{FF2B5EF4-FFF2-40B4-BE49-F238E27FC236}">
                <a16:creationId xmlns:a16="http://schemas.microsoft.com/office/drawing/2014/main" id="{1A5A4253-D1F1-9FF1-B168-2ECE491BA29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409154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>
          <a:extLst>
            <a:ext uri="{FF2B5EF4-FFF2-40B4-BE49-F238E27FC236}">
              <a16:creationId xmlns:a16="http://schemas.microsoft.com/office/drawing/2014/main" id="{D604D5D5-AC4B-4C66-5042-9B4C7C3431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8c357ad677_0_372:notes">
            <a:extLst>
              <a:ext uri="{FF2B5EF4-FFF2-40B4-BE49-F238E27FC236}">
                <a16:creationId xmlns:a16="http://schemas.microsoft.com/office/drawing/2014/main" id="{DD9A849E-7F92-F95F-95A0-D1D4CA834F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8c357ad677_0_372:notes">
            <a:extLst>
              <a:ext uri="{FF2B5EF4-FFF2-40B4-BE49-F238E27FC236}">
                <a16:creationId xmlns:a16="http://schemas.microsoft.com/office/drawing/2014/main" id="{48D3DFAB-5C49-30E0-8473-3FBFD028BC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76521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>
          <a:extLst>
            <a:ext uri="{FF2B5EF4-FFF2-40B4-BE49-F238E27FC236}">
              <a16:creationId xmlns:a16="http://schemas.microsoft.com/office/drawing/2014/main" id="{23797B29-7515-E7A7-C623-C5F7DCED2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8c357ad677_0_372:notes">
            <a:extLst>
              <a:ext uri="{FF2B5EF4-FFF2-40B4-BE49-F238E27FC236}">
                <a16:creationId xmlns:a16="http://schemas.microsoft.com/office/drawing/2014/main" id="{82F5F860-BDA5-4201-E7AB-5A116742A1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8c357ad677_0_372:notes">
            <a:extLst>
              <a:ext uri="{FF2B5EF4-FFF2-40B4-BE49-F238E27FC236}">
                <a16:creationId xmlns:a16="http://schemas.microsoft.com/office/drawing/2014/main" id="{6DA22ABE-104B-0D5B-FB47-C05AC65723A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48875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8e7a3ba083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8e7a3ba083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a478db6c95_0_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3a478db6c95_0_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a478db6c95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3a478db6c95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8c7cef7ef6_0_2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0" name="Google Shape;240;g8c7cef7ef6_0_2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3a478db6c95_0_1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g3a478db6c95_0_1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g3a4b1ef5f7d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2" name="Google Shape;302;g3a4b1ef5f7d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g3a4b1ef5f7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4" name="Google Shape;254;g3a4b1ef5f7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3a478db6c95_0_1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7" name="Google Shape;247;g3a478db6c95_0_1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">
          <a:extLst>
            <a:ext uri="{FF2B5EF4-FFF2-40B4-BE49-F238E27FC236}">
              <a16:creationId xmlns:a16="http://schemas.microsoft.com/office/drawing/2014/main" id="{0186C9DC-6846-4C31-BABA-2754CB167C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3a478db6c95_0_161:notes">
            <a:extLst>
              <a:ext uri="{FF2B5EF4-FFF2-40B4-BE49-F238E27FC236}">
                <a16:creationId xmlns:a16="http://schemas.microsoft.com/office/drawing/2014/main" id="{65552710-5243-DDC1-6398-20B719DEAD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7" name="Google Shape;247;g3a478db6c95_0_161:notes">
            <a:extLst>
              <a:ext uri="{FF2B5EF4-FFF2-40B4-BE49-F238E27FC236}">
                <a16:creationId xmlns:a16="http://schemas.microsoft.com/office/drawing/2014/main" id="{3B0423E8-2237-51FB-64D0-B8DABDF407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4661895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">
          <a:extLst>
            <a:ext uri="{FF2B5EF4-FFF2-40B4-BE49-F238E27FC236}">
              <a16:creationId xmlns:a16="http://schemas.microsoft.com/office/drawing/2014/main" id="{9A577809-A896-C959-EBE5-77AD5E13C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3a478db6c95_0_161:notes">
            <a:extLst>
              <a:ext uri="{FF2B5EF4-FFF2-40B4-BE49-F238E27FC236}">
                <a16:creationId xmlns:a16="http://schemas.microsoft.com/office/drawing/2014/main" id="{85029B7D-DCA1-C958-7479-AB8B6CBE72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7" name="Google Shape;247;g3a478db6c95_0_161:notes">
            <a:extLst>
              <a:ext uri="{FF2B5EF4-FFF2-40B4-BE49-F238E27FC236}">
                <a16:creationId xmlns:a16="http://schemas.microsoft.com/office/drawing/2014/main" id="{8DE23FE9-EF7A-1B1D-100C-D746E2021B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3724618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">
          <a:extLst>
            <a:ext uri="{FF2B5EF4-FFF2-40B4-BE49-F238E27FC236}">
              <a16:creationId xmlns:a16="http://schemas.microsoft.com/office/drawing/2014/main" id="{9B4A9891-7888-EEA0-69B0-97E08C48C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3a478db6c95_0_161:notes">
            <a:extLst>
              <a:ext uri="{FF2B5EF4-FFF2-40B4-BE49-F238E27FC236}">
                <a16:creationId xmlns:a16="http://schemas.microsoft.com/office/drawing/2014/main" id="{ADD7DA88-3C8A-7BFA-F2A7-DF8120E2079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7" name="Google Shape;247;g3a478db6c95_0_161:notes">
            <a:extLst>
              <a:ext uri="{FF2B5EF4-FFF2-40B4-BE49-F238E27FC236}">
                <a16:creationId xmlns:a16="http://schemas.microsoft.com/office/drawing/2014/main" id="{D04A05A8-32D3-6280-DBD6-7A6E5B7CD7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3658228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0">
          <a:extLst>
            <a:ext uri="{FF2B5EF4-FFF2-40B4-BE49-F238E27FC236}">
              <a16:creationId xmlns:a16="http://schemas.microsoft.com/office/drawing/2014/main" id="{5F4870FB-F1E6-724A-F2FC-A28A9A22F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g3a4b1ef5f7d_0_29:notes">
            <a:extLst>
              <a:ext uri="{FF2B5EF4-FFF2-40B4-BE49-F238E27FC236}">
                <a16:creationId xmlns:a16="http://schemas.microsoft.com/office/drawing/2014/main" id="{8FE0DA2B-B5A4-09CA-61AC-C850437F955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2" name="Google Shape;302;g3a4b1ef5f7d_0_29:notes">
            <a:extLst>
              <a:ext uri="{FF2B5EF4-FFF2-40B4-BE49-F238E27FC236}">
                <a16:creationId xmlns:a16="http://schemas.microsoft.com/office/drawing/2014/main" id="{5837DAC1-0F47-3F14-2EA4-6E61CCD1F24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1123846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3a478db6c95_0_1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4" name="Google Shape;294;g3a478db6c95_0_1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g3a4b1ef5f7d_0_1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1" name="Google Shape;371;g3a4b1ef5f7d_0_1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g3a4b1ef5f7d_0_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4" name="Google Shape;364;g3a4b1ef5f7d_0_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g8e7a3ba083_2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4" name="Google Shape;514;g8e7a3ba083_2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nxth" TargetMode="External"/><Relationship Id="rId2" Type="http://schemas.openxmlformats.org/officeDocument/2006/relationships/image" Target="../media/image15.jpg"/><Relationship Id="rId1" Type="http://schemas.openxmlformats.org/officeDocument/2006/relationships/slideMaster" Target="../slideMasters/slideMaster1.xml"/><Relationship Id="rId5" Type="http://schemas.openxmlformats.org/officeDocument/2006/relationships/hyperlink" Target="http://bit.ly/2TtBDfr" TargetMode="External"/><Relationship Id="rId4" Type="http://schemas.openxmlformats.org/officeDocument/2006/relationships/hyperlink" Target="http://bit.ly/2TyoMsr" TargetMode="Externa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014575" y="874368"/>
            <a:ext cx="6428400" cy="2718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8500"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090775" y="3683843"/>
            <a:ext cx="7572000" cy="432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subTitle" idx="1"/>
          </p:nvPr>
        </p:nvSpPr>
        <p:spPr>
          <a:xfrm>
            <a:off x="1468552" y="2493288"/>
            <a:ext cx="4207500" cy="669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800"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subTitle" idx="2"/>
          </p:nvPr>
        </p:nvSpPr>
        <p:spPr>
          <a:xfrm>
            <a:off x="1468552" y="3179041"/>
            <a:ext cx="4641600" cy="50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title" hasCustomPrompt="1"/>
          </p:nvPr>
        </p:nvSpPr>
        <p:spPr>
          <a:xfrm>
            <a:off x="1468552" y="1226638"/>
            <a:ext cx="2155500" cy="1426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0100"/>
              <a:buNone/>
              <a:defRPr sz="8500">
                <a:solidFill>
                  <a:schemeClr val="accent3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body" idx="1"/>
          </p:nvPr>
        </p:nvSpPr>
        <p:spPr>
          <a:xfrm>
            <a:off x="1167900" y="2161997"/>
            <a:ext cx="3195600" cy="130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Char char="●"/>
              <a:defRPr sz="1600"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Char char="○"/>
              <a:defRPr>
                <a:solidFill>
                  <a:schemeClr val="accent3"/>
                </a:solidFill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Char char="■"/>
              <a:defRPr>
                <a:solidFill>
                  <a:schemeClr val="accent3"/>
                </a:solidFill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Char char="●"/>
              <a:defRPr>
                <a:solidFill>
                  <a:schemeClr val="accent3"/>
                </a:solidFill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Char char="○"/>
              <a:defRPr>
                <a:solidFill>
                  <a:schemeClr val="accent3"/>
                </a:solidFill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Char char="■"/>
              <a:defRPr>
                <a:solidFill>
                  <a:schemeClr val="accent3"/>
                </a:solidFill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Char char="●"/>
              <a:defRPr>
                <a:solidFill>
                  <a:schemeClr val="accent3"/>
                </a:solidFill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Char char="○"/>
              <a:defRPr>
                <a:solidFill>
                  <a:schemeClr val="accent3"/>
                </a:solidFill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Char char="■"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632730" y="1681738"/>
            <a:ext cx="3852000" cy="32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3000"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body" idx="1"/>
          </p:nvPr>
        </p:nvSpPr>
        <p:spPr>
          <a:xfrm>
            <a:off x="1414338" y="2002700"/>
            <a:ext cx="2795100" cy="17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▶"/>
              <a:defRPr sz="1400">
                <a:solidFill>
                  <a:schemeClr val="accent3"/>
                </a:solidFill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○"/>
              <a:defRPr sz="1200">
                <a:solidFill>
                  <a:schemeClr val="accent3"/>
                </a:solidFill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■"/>
              <a:defRPr sz="1200">
                <a:solidFill>
                  <a:schemeClr val="accent3"/>
                </a:solidFill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●"/>
              <a:defRPr sz="1200">
                <a:solidFill>
                  <a:schemeClr val="accent3"/>
                </a:solidFill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○"/>
              <a:defRPr sz="1200">
                <a:solidFill>
                  <a:schemeClr val="accent3"/>
                </a:solidFill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■"/>
              <a:defRPr sz="1200">
                <a:solidFill>
                  <a:schemeClr val="accent3"/>
                </a:solidFill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●"/>
              <a:defRPr sz="1200">
                <a:solidFill>
                  <a:schemeClr val="accent3"/>
                </a:solidFill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○"/>
              <a:defRPr sz="1200">
                <a:solidFill>
                  <a:schemeClr val="accent3"/>
                </a:solidFill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■"/>
              <a:defRPr sz="1200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title"/>
          </p:nvPr>
        </p:nvSpPr>
        <p:spPr>
          <a:xfrm>
            <a:off x="612550" y="516275"/>
            <a:ext cx="5652000" cy="32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2000"/>
              <a:buNone/>
              <a:defRPr>
                <a:solidFill>
                  <a:srgbClr val="F6F6F6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ubTitle" idx="2"/>
          </p:nvPr>
        </p:nvSpPr>
        <p:spPr>
          <a:xfrm>
            <a:off x="1282237" y="1678675"/>
            <a:ext cx="2927100" cy="261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9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3"/>
          </p:nvPr>
        </p:nvSpPr>
        <p:spPr>
          <a:xfrm>
            <a:off x="5066638" y="2002700"/>
            <a:ext cx="2795100" cy="17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Char char="✖"/>
              <a:defRPr sz="1400">
                <a:solidFill>
                  <a:schemeClr val="accent3"/>
                </a:solidFill>
              </a:defRPr>
            </a:lvl1pPr>
            <a:lvl2pPr marL="914400" lvl="1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○"/>
              <a:defRPr sz="1200">
                <a:solidFill>
                  <a:schemeClr val="accent3"/>
                </a:solidFill>
              </a:defRPr>
            </a:lvl2pPr>
            <a:lvl3pPr marL="1371600" lvl="2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■"/>
              <a:defRPr sz="1200">
                <a:solidFill>
                  <a:schemeClr val="accent3"/>
                </a:solidFill>
              </a:defRPr>
            </a:lvl3pPr>
            <a:lvl4pPr marL="1828800" lvl="3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●"/>
              <a:defRPr sz="1200">
                <a:solidFill>
                  <a:schemeClr val="accent3"/>
                </a:solidFill>
              </a:defRPr>
            </a:lvl4pPr>
            <a:lvl5pPr marL="2286000" lvl="4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○"/>
              <a:defRPr sz="1200">
                <a:solidFill>
                  <a:schemeClr val="accent3"/>
                </a:solidFill>
              </a:defRPr>
            </a:lvl5pPr>
            <a:lvl6pPr marL="2743200" lvl="5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■"/>
              <a:defRPr sz="1200">
                <a:solidFill>
                  <a:schemeClr val="accent3"/>
                </a:solidFill>
              </a:defRPr>
            </a:lvl6pPr>
            <a:lvl7pPr marL="3200400" lvl="6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●"/>
              <a:defRPr sz="1200">
                <a:solidFill>
                  <a:schemeClr val="accent3"/>
                </a:solidFill>
              </a:defRPr>
            </a:lvl7pPr>
            <a:lvl8pPr marL="3657600" lvl="7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○"/>
              <a:defRPr sz="1200">
                <a:solidFill>
                  <a:schemeClr val="accent3"/>
                </a:solidFill>
              </a:defRPr>
            </a:lvl8pPr>
            <a:lvl9pPr marL="4114800" lvl="8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■"/>
              <a:defRPr sz="1200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subTitle" idx="4"/>
          </p:nvPr>
        </p:nvSpPr>
        <p:spPr>
          <a:xfrm>
            <a:off x="4934537" y="1678675"/>
            <a:ext cx="2927100" cy="261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900">
                <a:solidFill>
                  <a:schemeClr val="accent5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6"/>
          <p:cNvSpPr txBox="1">
            <a:spLocks noGrp="1"/>
          </p:cNvSpPr>
          <p:nvPr>
            <p:ph type="title"/>
          </p:nvPr>
        </p:nvSpPr>
        <p:spPr>
          <a:xfrm>
            <a:off x="612550" y="516275"/>
            <a:ext cx="5652000" cy="32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2000"/>
              <a:buNone/>
              <a:defRPr>
                <a:solidFill>
                  <a:srgbClr val="F6F6F6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7"/>
          <p:cNvSpPr txBox="1">
            <a:spLocks noGrp="1"/>
          </p:cNvSpPr>
          <p:nvPr>
            <p:ph type="body" idx="1"/>
          </p:nvPr>
        </p:nvSpPr>
        <p:spPr>
          <a:xfrm>
            <a:off x="4905850" y="2161997"/>
            <a:ext cx="3195600" cy="130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Char char="●"/>
              <a:defRPr sz="1600"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defRPr>
            </a:lvl1pPr>
            <a:lvl2pPr marL="914400" lvl="1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Char char="○"/>
              <a:defRPr>
                <a:solidFill>
                  <a:schemeClr val="accent3"/>
                </a:solidFill>
              </a:defRPr>
            </a:lvl2pPr>
            <a:lvl3pPr marL="1371600" lvl="2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Char char="■"/>
              <a:defRPr>
                <a:solidFill>
                  <a:schemeClr val="accent3"/>
                </a:solidFill>
              </a:defRPr>
            </a:lvl3pPr>
            <a:lvl4pPr marL="1828800" lvl="3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Char char="●"/>
              <a:defRPr>
                <a:solidFill>
                  <a:schemeClr val="accent3"/>
                </a:solidFill>
              </a:defRPr>
            </a:lvl4pPr>
            <a:lvl5pPr marL="2286000" lvl="4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Char char="○"/>
              <a:defRPr>
                <a:solidFill>
                  <a:schemeClr val="accent3"/>
                </a:solidFill>
              </a:defRPr>
            </a:lvl5pPr>
            <a:lvl6pPr marL="2743200" lvl="5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Char char="■"/>
              <a:defRPr>
                <a:solidFill>
                  <a:schemeClr val="accent3"/>
                </a:solidFill>
              </a:defRPr>
            </a:lvl6pPr>
            <a:lvl7pPr marL="3200400" lvl="6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Char char="●"/>
              <a:defRPr>
                <a:solidFill>
                  <a:schemeClr val="accent3"/>
                </a:solidFill>
              </a:defRPr>
            </a:lvl7pPr>
            <a:lvl8pPr marL="3657600" lvl="7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Char char="○"/>
              <a:defRPr>
                <a:solidFill>
                  <a:schemeClr val="accent3"/>
                </a:solidFill>
              </a:defRPr>
            </a:lvl8pPr>
            <a:lvl9pPr marL="4114800" lvl="8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Char char="■"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7"/>
          <p:cNvSpPr txBox="1">
            <a:spLocks noGrp="1"/>
          </p:cNvSpPr>
          <p:nvPr>
            <p:ph type="title"/>
          </p:nvPr>
        </p:nvSpPr>
        <p:spPr>
          <a:xfrm>
            <a:off x="4370680" y="1681738"/>
            <a:ext cx="3852000" cy="32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3000"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 txBox="1">
            <a:spLocks noGrp="1"/>
          </p:cNvSpPr>
          <p:nvPr>
            <p:ph type="ctrTitle"/>
          </p:nvPr>
        </p:nvSpPr>
        <p:spPr>
          <a:xfrm>
            <a:off x="977575" y="1606051"/>
            <a:ext cx="6428400" cy="193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7000"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9"/>
          <p:cNvSpPr txBox="1">
            <a:spLocks noGrp="1"/>
          </p:cNvSpPr>
          <p:nvPr>
            <p:ph type="ctrTitle"/>
          </p:nvPr>
        </p:nvSpPr>
        <p:spPr>
          <a:xfrm>
            <a:off x="1014575" y="1833772"/>
            <a:ext cx="6428400" cy="14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200"/>
              <a:buNone/>
              <a:defRPr sz="8500"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33" name="Google Shape;33;p9"/>
          <p:cNvSpPr txBox="1">
            <a:spLocks noGrp="1"/>
          </p:cNvSpPr>
          <p:nvPr>
            <p:ph type="subTitle" idx="1"/>
          </p:nvPr>
        </p:nvSpPr>
        <p:spPr>
          <a:xfrm>
            <a:off x="1090775" y="3021000"/>
            <a:ext cx="4641600" cy="15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0"/>
          <p:cNvSpPr txBox="1">
            <a:spLocks noGrp="1"/>
          </p:cNvSpPr>
          <p:nvPr>
            <p:ph type="title"/>
          </p:nvPr>
        </p:nvSpPr>
        <p:spPr>
          <a:xfrm>
            <a:off x="841150" y="516275"/>
            <a:ext cx="7064400" cy="32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2000"/>
              <a:buNone/>
              <a:defRPr>
                <a:solidFill>
                  <a:srgbClr val="F6F6F6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1"/>
          <p:cNvSpPr txBox="1">
            <a:spLocks noGrp="1"/>
          </p:cNvSpPr>
          <p:nvPr>
            <p:ph type="title" hasCustomPrompt="1"/>
          </p:nvPr>
        </p:nvSpPr>
        <p:spPr>
          <a:xfrm>
            <a:off x="603325" y="1767557"/>
            <a:ext cx="7937400" cy="145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2000"/>
              <a:buNone/>
              <a:defRPr sz="96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38" name="Google Shape;38;p11"/>
          <p:cNvSpPr txBox="1">
            <a:spLocks noGrp="1"/>
          </p:cNvSpPr>
          <p:nvPr>
            <p:ph type="body" idx="1"/>
          </p:nvPr>
        </p:nvSpPr>
        <p:spPr>
          <a:xfrm>
            <a:off x="603300" y="3086585"/>
            <a:ext cx="7937400" cy="50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55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2000"/>
              <a:buFont typeface="Overlock"/>
              <a:buChar char="●"/>
              <a:defRPr sz="1700">
                <a:solidFill>
                  <a:schemeClr val="accent3"/>
                </a:solidFill>
              </a:defRPr>
            </a:lvl1pPr>
            <a:lvl2pPr marL="914400" lvl="1" indent="-355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2000"/>
              <a:buFont typeface="Overlock"/>
              <a:buChar char="○"/>
              <a:defRPr sz="2000">
                <a:solidFill>
                  <a:srgbClr val="F6F6F6"/>
                </a:solidFill>
                <a:latin typeface="Overlock"/>
                <a:ea typeface="Overlock"/>
                <a:cs typeface="Overlock"/>
                <a:sym typeface="Overlock"/>
              </a:defRPr>
            </a:lvl2pPr>
            <a:lvl3pPr marL="1371600" lvl="2" indent="-355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2000"/>
              <a:buFont typeface="Overlock"/>
              <a:buChar char="■"/>
              <a:defRPr sz="2000">
                <a:solidFill>
                  <a:srgbClr val="F6F6F6"/>
                </a:solidFill>
                <a:latin typeface="Overlock"/>
                <a:ea typeface="Overlock"/>
                <a:cs typeface="Overlock"/>
                <a:sym typeface="Overlock"/>
              </a:defRPr>
            </a:lvl3pPr>
            <a:lvl4pPr marL="1828800" lvl="3" indent="-355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2000"/>
              <a:buFont typeface="Overlock"/>
              <a:buChar char="●"/>
              <a:defRPr sz="2000">
                <a:solidFill>
                  <a:srgbClr val="F6F6F6"/>
                </a:solidFill>
                <a:latin typeface="Overlock"/>
                <a:ea typeface="Overlock"/>
                <a:cs typeface="Overlock"/>
                <a:sym typeface="Overlock"/>
              </a:defRPr>
            </a:lvl4pPr>
            <a:lvl5pPr marL="2286000" lvl="4" indent="-355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2000"/>
              <a:buFont typeface="Overlock"/>
              <a:buChar char="○"/>
              <a:defRPr sz="2000">
                <a:solidFill>
                  <a:srgbClr val="F6F6F6"/>
                </a:solidFill>
                <a:latin typeface="Overlock"/>
                <a:ea typeface="Overlock"/>
                <a:cs typeface="Overlock"/>
                <a:sym typeface="Overlock"/>
              </a:defRPr>
            </a:lvl5pPr>
            <a:lvl6pPr marL="2743200" lvl="5" indent="-355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2000"/>
              <a:buFont typeface="Overlock"/>
              <a:buChar char="■"/>
              <a:defRPr sz="2000">
                <a:solidFill>
                  <a:srgbClr val="F6F6F6"/>
                </a:solidFill>
                <a:latin typeface="Overlock"/>
                <a:ea typeface="Overlock"/>
                <a:cs typeface="Overlock"/>
                <a:sym typeface="Overlock"/>
              </a:defRPr>
            </a:lvl6pPr>
            <a:lvl7pPr marL="3200400" lvl="6" indent="-355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2000"/>
              <a:buFont typeface="Overlock"/>
              <a:buChar char="●"/>
              <a:defRPr sz="2000">
                <a:solidFill>
                  <a:srgbClr val="F6F6F6"/>
                </a:solidFill>
                <a:latin typeface="Overlock"/>
                <a:ea typeface="Overlock"/>
                <a:cs typeface="Overlock"/>
                <a:sym typeface="Overlock"/>
              </a:defRPr>
            </a:lvl7pPr>
            <a:lvl8pPr marL="3657600" lvl="7" indent="-355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2000"/>
              <a:buFont typeface="Overlock"/>
              <a:buChar char="○"/>
              <a:defRPr sz="2000">
                <a:solidFill>
                  <a:srgbClr val="F6F6F6"/>
                </a:solidFill>
                <a:latin typeface="Overlock"/>
                <a:ea typeface="Overlock"/>
                <a:cs typeface="Overlock"/>
                <a:sym typeface="Overlock"/>
              </a:defRPr>
            </a:lvl8pPr>
            <a:lvl9pPr marL="4114800" lvl="8" indent="-355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2000"/>
              <a:buFont typeface="Overlock"/>
              <a:buChar char="■"/>
              <a:defRPr sz="2000">
                <a:solidFill>
                  <a:srgbClr val="F6F6F6"/>
                </a:solidFill>
                <a:latin typeface="Overlock"/>
                <a:ea typeface="Overlock"/>
                <a:cs typeface="Overlock"/>
                <a:sym typeface="Overlock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CUSTOM_3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3">
  <p:cSld name="CUSTOM_4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CUSTOM_8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6"/>
          <p:cNvSpPr txBox="1">
            <a:spLocks noGrp="1"/>
          </p:cNvSpPr>
          <p:nvPr>
            <p:ph type="title"/>
          </p:nvPr>
        </p:nvSpPr>
        <p:spPr>
          <a:xfrm>
            <a:off x="612550" y="516275"/>
            <a:ext cx="5652000" cy="32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2000"/>
              <a:buNone/>
              <a:defRPr>
                <a:solidFill>
                  <a:srgbClr val="F6F6F6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CUSTOM_8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7"/>
          <p:cNvSpPr txBox="1">
            <a:spLocks noGrp="1"/>
          </p:cNvSpPr>
          <p:nvPr>
            <p:ph type="title"/>
          </p:nvPr>
        </p:nvSpPr>
        <p:spPr>
          <a:xfrm>
            <a:off x="612550" y="516275"/>
            <a:ext cx="5652000" cy="32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2000"/>
              <a:buNone/>
              <a:defRPr>
                <a:solidFill>
                  <a:srgbClr val="F6F6F6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4">
  <p:cSld name="CUSTOM_8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8"/>
          <p:cNvSpPr txBox="1">
            <a:spLocks noGrp="1"/>
          </p:cNvSpPr>
          <p:nvPr>
            <p:ph type="title"/>
          </p:nvPr>
        </p:nvSpPr>
        <p:spPr>
          <a:xfrm>
            <a:off x="612550" y="516275"/>
            <a:ext cx="5652000" cy="32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2000"/>
              <a:buNone/>
              <a:defRPr>
                <a:solidFill>
                  <a:srgbClr val="F6F6F6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CUSTOM_10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9"/>
          <p:cNvSpPr txBox="1">
            <a:spLocks noGrp="1"/>
          </p:cNvSpPr>
          <p:nvPr>
            <p:ph type="title"/>
          </p:nvPr>
        </p:nvSpPr>
        <p:spPr>
          <a:xfrm>
            <a:off x="612550" y="516275"/>
            <a:ext cx="5652000" cy="32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2000"/>
              <a:buNone/>
              <a:defRPr>
                <a:solidFill>
                  <a:srgbClr val="F6F6F6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9pPr>
          </a:lstStyle>
          <a:p>
            <a:endParaRPr/>
          </a:p>
        </p:txBody>
      </p:sp>
      <p:sp>
        <p:nvSpPr>
          <p:cNvPr id="51" name="Google Shape;51;p19"/>
          <p:cNvSpPr txBox="1">
            <a:spLocks noGrp="1"/>
          </p:cNvSpPr>
          <p:nvPr>
            <p:ph type="subTitle" idx="1"/>
          </p:nvPr>
        </p:nvSpPr>
        <p:spPr>
          <a:xfrm>
            <a:off x="1589475" y="3272563"/>
            <a:ext cx="2397900" cy="36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 sz="190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9"/>
          <p:cNvSpPr txBox="1">
            <a:spLocks noGrp="1"/>
          </p:cNvSpPr>
          <p:nvPr>
            <p:ph type="subTitle" idx="2"/>
          </p:nvPr>
        </p:nvSpPr>
        <p:spPr>
          <a:xfrm>
            <a:off x="1448025" y="3541888"/>
            <a:ext cx="2680800" cy="89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9"/>
          <p:cNvSpPr txBox="1">
            <a:spLocks noGrp="1"/>
          </p:cNvSpPr>
          <p:nvPr>
            <p:ph type="subTitle" idx="3"/>
          </p:nvPr>
        </p:nvSpPr>
        <p:spPr>
          <a:xfrm>
            <a:off x="5159050" y="3272575"/>
            <a:ext cx="2393100" cy="36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 sz="190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19"/>
          <p:cNvSpPr txBox="1">
            <a:spLocks noGrp="1"/>
          </p:cNvSpPr>
          <p:nvPr>
            <p:ph type="subTitle" idx="4"/>
          </p:nvPr>
        </p:nvSpPr>
        <p:spPr>
          <a:xfrm>
            <a:off x="5015163" y="3541900"/>
            <a:ext cx="2680800" cy="89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0"/>
          <p:cNvSpPr txBox="1">
            <a:spLocks noGrp="1"/>
          </p:cNvSpPr>
          <p:nvPr>
            <p:ph type="title"/>
          </p:nvPr>
        </p:nvSpPr>
        <p:spPr>
          <a:xfrm>
            <a:off x="612550" y="516275"/>
            <a:ext cx="5652000" cy="32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2000"/>
              <a:buNone/>
              <a:defRPr>
                <a:solidFill>
                  <a:srgbClr val="F6F6F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9pPr>
          </a:lstStyle>
          <a:p>
            <a:endParaRPr/>
          </a:p>
        </p:txBody>
      </p:sp>
      <p:sp>
        <p:nvSpPr>
          <p:cNvPr id="57" name="Google Shape;57;p20"/>
          <p:cNvSpPr txBox="1">
            <a:spLocks noGrp="1"/>
          </p:cNvSpPr>
          <p:nvPr>
            <p:ph type="subTitle" idx="1"/>
          </p:nvPr>
        </p:nvSpPr>
        <p:spPr>
          <a:xfrm>
            <a:off x="1025725" y="2415125"/>
            <a:ext cx="2388000" cy="36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 sz="190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0"/>
          <p:cNvSpPr txBox="1">
            <a:spLocks noGrp="1"/>
          </p:cNvSpPr>
          <p:nvPr>
            <p:ph type="subTitle" idx="2"/>
          </p:nvPr>
        </p:nvSpPr>
        <p:spPr>
          <a:xfrm>
            <a:off x="1025725" y="2684450"/>
            <a:ext cx="2388000" cy="7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0"/>
          <p:cNvSpPr txBox="1">
            <a:spLocks noGrp="1"/>
          </p:cNvSpPr>
          <p:nvPr>
            <p:ph type="subTitle" idx="3"/>
          </p:nvPr>
        </p:nvSpPr>
        <p:spPr>
          <a:xfrm>
            <a:off x="3390641" y="2415125"/>
            <a:ext cx="2383200" cy="36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 sz="190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0"/>
          <p:cNvSpPr txBox="1">
            <a:spLocks noGrp="1"/>
          </p:cNvSpPr>
          <p:nvPr>
            <p:ph type="subTitle" idx="4"/>
          </p:nvPr>
        </p:nvSpPr>
        <p:spPr>
          <a:xfrm>
            <a:off x="3390688" y="2684450"/>
            <a:ext cx="2383200" cy="7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0"/>
          <p:cNvSpPr txBox="1">
            <a:spLocks noGrp="1"/>
          </p:cNvSpPr>
          <p:nvPr>
            <p:ph type="subTitle" idx="5"/>
          </p:nvPr>
        </p:nvSpPr>
        <p:spPr>
          <a:xfrm>
            <a:off x="5750729" y="2415125"/>
            <a:ext cx="2388300" cy="36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 sz="190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20"/>
          <p:cNvSpPr txBox="1">
            <a:spLocks noGrp="1"/>
          </p:cNvSpPr>
          <p:nvPr>
            <p:ph type="subTitle" idx="6"/>
          </p:nvPr>
        </p:nvSpPr>
        <p:spPr>
          <a:xfrm>
            <a:off x="5750879" y="2684450"/>
            <a:ext cx="2388000" cy="7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0"/>
          <p:cNvSpPr txBox="1">
            <a:spLocks noGrp="1"/>
          </p:cNvSpPr>
          <p:nvPr>
            <p:ph type="subTitle" idx="7"/>
          </p:nvPr>
        </p:nvSpPr>
        <p:spPr>
          <a:xfrm>
            <a:off x="1725775" y="3350400"/>
            <a:ext cx="987900" cy="36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 sz="1900"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0"/>
          <p:cNvSpPr txBox="1">
            <a:spLocks noGrp="1"/>
          </p:cNvSpPr>
          <p:nvPr>
            <p:ph type="subTitle" idx="8"/>
          </p:nvPr>
        </p:nvSpPr>
        <p:spPr>
          <a:xfrm>
            <a:off x="4088387" y="3350400"/>
            <a:ext cx="987900" cy="36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 sz="1900"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0"/>
          <p:cNvSpPr txBox="1">
            <a:spLocks noGrp="1"/>
          </p:cNvSpPr>
          <p:nvPr>
            <p:ph type="subTitle" idx="9"/>
          </p:nvPr>
        </p:nvSpPr>
        <p:spPr>
          <a:xfrm>
            <a:off x="6450929" y="3350400"/>
            <a:ext cx="987900" cy="36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 sz="1900"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2">
  <p:cSld name="CUSTOM_1_1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1"/>
          <p:cNvSpPr txBox="1">
            <a:spLocks noGrp="1"/>
          </p:cNvSpPr>
          <p:nvPr>
            <p:ph type="title"/>
          </p:nvPr>
        </p:nvSpPr>
        <p:spPr>
          <a:xfrm>
            <a:off x="612550" y="516275"/>
            <a:ext cx="5652000" cy="32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2000"/>
              <a:buNone/>
              <a:defRPr>
                <a:solidFill>
                  <a:srgbClr val="F6F6F6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9pPr>
          </a:lstStyle>
          <a:p>
            <a:endParaRPr/>
          </a:p>
        </p:txBody>
      </p:sp>
      <p:sp>
        <p:nvSpPr>
          <p:cNvPr id="68" name="Google Shape;68;p21"/>
          <p:cNvSpPr txBox="1">
            <a:spLocks noGrp="1"/>
          </p:cNvSpPr>
          <p:nvPr>
            <p:ph type="subTitle" idx="1"/>
          </p:nvPr>
        </p:nvSpPr>
        <p:spPr>
          <a:xfrm>
            <a:off x="675425" y="2443175"/>
            <a:ext cx="2397900" cy="36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 sz="190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21"/>
          <p:cNvSpPr txBox="1">
            <a:spLocks noGrp="1"/>
          </p:cNvSpPr>
          <p:nvPr>
            <p:ph type="subTitle" idx="2"/>
          </p:nvPr>
        </p:nvSpPr>
        <p:spPr>
          <a:xfrm>
            <a:off x="675425" y="2712500"/>
            <a:ext cx="2397900" cy="89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1"/>
          <p:cNvSpPr txBox="1">
            <a:spLocks noGrp="1"/>
          </p:cNvSpPr>
          <p:nvPr>
            <p:ph type="subTitle" idx="3"/>
          </p:nvPr>
        </p:nvSpPr>
        <p:spPr>
          <a:xfrm>
            <a:off x="3385725" y="2443175"/>
            <a:ext cx="2393100" cy="36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 sz="190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1"/>
          <p:cNvSpPr txBox="1">
            <a:spLocks noGrp="1"/>
          </p:cNvSpPr>
          <p:nvPr>
            <p:ph type="subTitle" idx="4"/>
          </p:nvPr>
        </p:nvSpPr>
        <p:spPr>
          <a:xfrm>
            <a:off x="3385725" y="2712500"/>
            <a:ext cx="2393100" cy="89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1"/>
          <p:cNvSpPr txBox="1">
            <a:spLocks noGrp="1"/>
          </p:cNvSpPr>
          <p:nvPr>
            <p:ph type="subTitle" idx="5"/>
          </p:nvPr>
        </p:nvSpPr>
        <p:spPr>
          <a:xfrm>
            <a:off x="6091225" y="2443175"/>
            <a:ext cx="2398200" cy="36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 sz="190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1"/>
          <p:cNvSpPr txBox="1">
            <a:spLocks noGrp="1"/>
          </p:cNvSpPr>
          <p:nvPr>
            <p:ph type="subTitle" idx="6"/>
          </p:nvPr>
        </p:nvSpPr>
        <p:spPr>
          <a:xfrm>
            <a:off x="6091375" y="2712500"/>
            <a:ext cx="2397900" cy="89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2">
  <p:cSld name="CUSTOM_7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2"/>
          <p:cNvSpPr txBox="1">
            <a:spLocks noGrp="1"/>
          </p:cNvSpPr>
          <p:nvPr>
            <p:ph type="title"/>
          </p:nvPr>
        </p:nvSpPr>
        <p:spPr>
          <a:xfrm>
            <a:off x="612550" y="516275"/>
            <a:ext cx="5652000" cy="32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2000"/>
              <a:buNone/>
              <a:defRPr>
                <a:solidFill>
                  <a:srgbClr val="F6F6F6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9pPr>
          </a:lstStyle>
          <a:p>
            <a:endParaRPr/>
          </a:p>
        </p:txBody>
      </p:sp>
      <p:sp>
        <p:nvSpPr>
          <p:cNvPr id="76" name="Google Shape;76;p22"/>
          <p:cNvSpPr txBox="1">
            <a:spLocks noGrp="1"/>
          </p:cNvSpPr>
          <p:nvPr>
            <p:ph type="subTitle" idx="1"/>
          </p:nvPr>
        </p:nvSpPr>
        <p:spPr>
          <a:xfrm>
            <a:off x="1381950" y="2199275"/>
            <a:ext cx="2386500" cy="36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 sz="190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2"/>
          <p:cNvSpPr txBox="1">
            <a:spLocks noGrp="1"/>
          </p:cNvSpPr>
          <p:nvPr>
            <p:ph type="subTitle" idx="2"/>
          </p:nvPr>
        </p:nvSpPr>
        <p:spPr>
          <a:xfrm>
            <a:off x="1381950" y="2468600"/>
            <a:ext cx="2386500" cy="72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2"/>
          <p:cNvSpPr txBox="1">
            <a:spLocks noGrp="1"/>
          </p:cNvSpPr>
          <p:nvPr>
            <p:ph type="subTitle" idx="3"/>
          </p:nvPr>
        </p:nvSpPr>
        <p:spPr>
          <a:xfrm>
            <a:off x="1381950" y="3163475"/>
            <a:ext cx="2386500" cy="36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 sz="190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2"/>
          <p:cNvSpPr txBox="1">
            <a:spLocks noGrp="1"/>
          </p:cNvSpPr>
          <p:nvPr>
            <p:ph type="subTitle" idx="4"/>
          </p:nvPr>
        </p:nvSpPr>
        <p:spPr>
          <a:xfrm>
            <a:off x="1381950" y="3432800"/>
            <a:ext cx="2386500" cy="72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2"/>
          <p:cNvSpPr txBox="1">
            <a:spLocks noGrp="1"/>
          </p:cNvSpPr>
          <p:nvPr>
            <p:ph type="subTitle" idx="5"/>
          </p:nvPr>
        </p:nvSpPr>
        <p:spPr>
          <a:xfrm>
            <a:off x="1381950" y="1235075"/>
            <a:ext cx="2386500" cy="36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 sz="190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22"/>
          <p:cNvSpPr txBox="1">
            <a:spLocks noGrp="1"/>
          </p:cNvSpPr>
          <p:nvPr>
            <p:ph type="subTitle" idx="6"/>
          </p:nvPr>
        </p:nvSpPr>
        <p:spPr>
          <a:xfrm>
            <a:off x="1381950" y="1504400"/>
            <a:ext cx="2386500" cy="72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2">
  <p:cSld name="CUSTOM_2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23"/>
          <p:cNvSpPr txBox="1">
            <a:spLocks noGrp="1"/>
          </p:cNvSpPr>
          <p:nvPr>
            <p:ph type="subTitle" idx="1"/>
          </p:nvPr>
        </p:nvSpPr>
        <p:spPr>
          <a:xfrm>
            <a:off x="1092625" y="1636769"/>
            <a:ext cx="2224800" cy="36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 sz="19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23"/>
          <p:cNvSpPr txBox="1">
            <a:spLocks noGrp="1"/>
          </p:cNvSpPr>
          <p:nvPr>
            <p:ph type="subTitle" idx="2"/>
          </p:nvPr>
        </p:nvSpPr>
        <p:spPr>
          <a:xfrm>
            <a:off x="1048225" y="1892643"/>
            <a:ext cx="2269200" cy="64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23"/>
          <p:cNvSpPr txBox="1">
            <a:spLocks noGrp="1"/>
          </p:cNvSpPr>
          <p:nvPr>
            <p:ph type="subTitle" idx="3"/>
          </p:nvPr>
        </p:nvSpPr>
        <p:spPr>
          <a:xfrm>
            <a:off x="1114825" y="3055263"/>
            <a:ext cx="2224800" cy="36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 sz="19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23"/>
          <p:cNvSpPr txBox="1">
            <a:spLocks noGrp="1"/>
          </p:cNvSpPr>
          <p:nvPr>
            <p:ph type="subTitle" idx="4"/>
          </p:nvPr>
        </p:nvSpPr>
        <p:spPr>
          <a:xfrm>
            <a:off x="1070429" y="3311140"/>
            <a:ext cx="2269200" cy="64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23"/>
          <p:cNvSpPr txBox="1">
            <a:spLocks noGrp="1"/>
          </p:cNvSpPr>
          <p:nvPr>
            <p:ph type="subTitle" idx="5"/>
          </p:nvPr>
        </p:nvSpPr>
        <p:spPr>
          <a:xfrm>
            <a:off x="5826575" y="3055263"/>
            <a:ext cx="2224800" cy="36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 sz="19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23"/>
          <p:cNvSpPr txBox="1">
            <a:spLocks noGrp="1"/>
          </p:cNvSpPr>
          <p:nvPr>
            <p:ph type="subTitle" idx="6"/>
          </p:nvPr>
        </p:nvSpPr>
        <p:spPr>
          <a:xfrm>
            <a:off x="5826582" y="3311140"/>
            <a:ext cx="2269200" cy="64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23"/>
          <p:cNvSpPr txBox="1">
            <a:spLocks noGrp="1"/>
          </p:cNvSpPr>
          <p:nvPr>
            <p:ph type="subTitle" idx="7"/>
          </p:nvPr>
        </p:nvSpPr>
        <p:spPr>
          <a:xfrm>
            <a:off x="5826575" y="1640519"/>
            <a:ext cx="2224800" cy="36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 sz="19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23"/>
          <p:cNvSpPr txBox="1">
            <a:spLocks noGrp="1"/>
          </p:cNvSpPr>
          <p:nvPr>
            <p:ph type="subTitle" idx="8"/>
          </p:nvPr>
        </p:nvSpPr>
        <p:spPr>
          <a:xfrm>
            <a:off x="5826577" y="1896388"/>
            <a:ext cx="2269200" cy="64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23"/>
          <p:cNvSpPr txBox="1">
            <a:spLocks noGrp="1"/>
          </p:cNvSpPr>
          <p:nvPr>
            <p:ph type="title"/>
          </p:nvPr>
        </p:nvSpPr>
        <p:spPr>
          <a:xfrm>
            <a:off x="612550" y="516275"/>
            <a:ext cx="5652000" cy="32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2000"/>
              <a:buNone/>
              <a:defRPr>
                <a:solidFill>
                  <a:srgbClr val="F6F6F6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4"/>
          <p:cNvSpPr txBox="1">
            <a:spLocks noGrp="1"/>
          </p:cNvSpPr>
          <p:nvPr>
            <p:ph type="subTitle" idx="1"/>
          </p:nvPr>
        </p:nvSpPr>
        <p:spPr>
          <a:xfrm>
            <a:off x="869228" y="1502982"/>
            <a:ext cx="2224800" cy="36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 sz="190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24"/>
          <p:cNvSpPr txBox="1">
            <a:spLocks noGrp="1"/>
          </p:cNvSpPr>
          <p:nvPr>
            <p:ph type="subTitle" idx="2"/>
          </p:nvPr>
        </p:nvSpPr>
        <p:spPr>
          <a:xfrm>
            <a:off x="878452" y="1772307"/>
            <a:ext cx="2224800" cy="89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24"/>
          <p:cNvSpPr txBox="1">
            <a:spLocks noGrp="1"/>
          </p:cNvSpPr>
          <p:nvPr>
            <p:ph type="subTitle" idx="3"/>
          </p:nvPr>
        </p:nvSpPr>
        <p:spPr>
          <a:xfrm>
            <a:off x="3541852" y="1502982"/>
            <a:ext cx="2224800" cy="36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 sz="190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24"/>
          <p:cNvSpPr txBox="1">
            <a:spLocks noGrp="1"/>
          </p:cNvSpPr>
          <p:nvPr>
            <p:ph type="subTitle" idx="4"/>
          </p:nvPr>
        </p:nvSpPr>
        <p:spPr>
          <a:xfrm>
            <a:off x="3548000" y="1772300"/>
            <a:ext cx="2224800" cy="89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24"/>
          <p:cNvSpPr txBox="1">
            <a:spLocks noGrp="1"/>
          </p:cNvSpPr>
          <p:nvPr>
            <p:ph type="subTitle" idx="5"/>
          </p:nvPr>
        </p:nvSpPr>
        <p:spPr>
          <a:xfrm>
            <a:off x="6210577" y="1502982"/>
            <a:ext cx="2224800" cy="36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 sz="190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24"/>
          <p:cNvSpPr txBox="1">
            <a:spLocks noGrp="1"/>
          </p:cNvSpPr>
          <p:nvPr>
            <p:ph type="subTitle" idx="6"/>
          </p:nvPr>
        </p:nvSpPr>
        <p:spPr>
          <a:xfrm>
            <a:off x="6216731" y="1772300"/>
            <a:ext cx="2224800" cy="89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24"/>
          <p:cNvSpPr txBox="1">
            <a:spLocks noGrp="1"/>
          </p:cNvSpPr>
          <p:nvPr>
            <p:ph type="subTitle" idx="7"/>
          </p:nvPr>
        </p:nvSpPr>
        <p:spPr>
          <a:xfrm>
            <a:off x="869228" y="3259632"/>
            <a:ext cx="2224800" cy="36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 sz="190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24"/>
          <p:cNvSpPr txBox="1">
            <a:spLocks noGrp="1"/>
          </p:cNvSpPr>
          <p:nvPr>
            <p:ph type="subTitle" idx="8"/>
          </p:nvPr>
        </p:nvSpPr>
        <p:spPr>
          <a:xfrm>
            <a:off x="878452" y="3528957"/>
            <a:ext cx="2224800" cy="89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1" name="Google Shape;101;p24"/>
          <p:cNvSpPr txBox="1">
            <a:spLocks noGrp="1"/>
          </p:cNvSpPr>
          <p:nvPr>
            <p:ph type="subTitle" idx="9"/>
          </p:nvPr>
        </p:nvSpPr>
        <p:spPr>
          <a:xfrm>
            <a:off x="3541852" y="3259632"/>
            <a:ext cx="2224800" cy="36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 sz="190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24"/>
          <p:cNvSpPr txBox="1">
            <a:spLocks noGrp="1"/>
          </p:cNvSpPr>
          <p:nvPr>
            <p:ph type="subTitle" idx="13"/>
          </p:nvPr>
        </p:nvSpPr>
        <p:spPr>
          <a:xfrm>
            <a:off x="3548001" y="3528957"/>
            <a:ext cx="2224800" cy="89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3" name="Google Shape;103;p24"/>
          <p:cNvSpPr txBox="1">
            <a:spLocks noGrp="1"/>
          </p:cNvSpPr>
          <p:nvPr>
            <p:ph type="subTitle" idx="14"/>
          </p:nvPr>
        </p:nvSpPr>
        <p:spPr>
          <a:xfrm>
            <a:off x="6210577" y="3259632"/>
            <a:ext cx="2224800" cy="36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 sz="190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24"/>
          <p:cNvSpPr txBox="1">
            <a:spLocks noGrp="1"/>
          </p:cNvSpPr>
          <p:nvPr>
            <p:ph type="subTitle" idx="15"/>
          </p:nvPr>
        </p:nvSpPr>
        <p:spPr>
          <a:xfrm>
            <a:off x="6216727" y="3528957"/>
            <a:ext cx="2224800" cy="89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1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6"/>
          <p:cNvSpPr txBox="1">
            <a:spLocks noGrp="1"/>
          </p:cNvSpPr>
          <p:nvPr>
            <p:ph type="ctrTitle"/>
          </p:nvPr>
        </p:nvSpPr>
        <p:spPr>
          <a:xfrm>
            <a:off x="1166975" y="803526"/>
            <a:ext cx="3557400" cy="97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200"/>
              <a:buNone/>
              <a:defRPr sz="7000"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1" name="Google Shape;121;p26"/>
          <p:cNvSpPr txBox="1">
            <a:spLocks noGrp="1"/>
          </p:cNvSpPr>
          <p:nvPr>
            <p:ph type="subTitle" idx="1"/>
          </p:nvPr>
        </p:nvSpPr>
        <p:spPr>
          <a:xfrm>
            <a:off x="1166975" y="1734313"/>
            <a:ext cx="3557400" cy="33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2" name="Google Shape;122;p26"/>
          <p:cNvSpPr txBox="1">
            <a:spLocks noGrp="1"/>
          </p:cNvSpPr>
          <p:nvPr>
            <p:ph type="subTitle" idx="2"/>
          </p:nvPr>
        </p:nvSpPr>
        <p:spPr>
          <a:xfrm>
            <a:off x="1166975" y="2136122"/>
            <a:ext cx="3557400" cy="73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23" name="Google Shape;123;p26"/>
          <p:cNvSpPr txBox="1"/>
          <p:nvPr/>
        </p:nvSpPr>
        <p:spPr>
          <a:xfrm>
            <a:off x="1166975" y="3436125"/>
            <a:ext cx="3405000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rPr>
              <a:t>CREDITS: This presentation template was created by </a:t>
            </a:r>
            <a:r>
              <a:rPr lang="en" sz="1100">
                <a:solidFill>
                  <a:schemeClr val="accent1"/>
                </a:solidFill>
                <a:uFill>
                  <a:noFill/>
                </a:uFill>
                <a:latin typeface="Exo 2"/>
                <a:ea typeface="Exo 2"/>
                <a:cs typeface="Exo 2"/>
                <a:sym typeface="Exo 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10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,</a:t>
            </a:r>
            <a:r>
              <a:rPr lang="en" sz="1100"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rPr>
              <a:t> including icons by </a:t>
            </a:r>
            <a:r>
              <a:rPr lang="en" sz="1100">
                <a:solidFill>
                  <a:schemeClr val="accent1"/>
                </a:solidFill>
                <a:uFill>
                  <a:noFill/>
                </a:uFill>
                <a:latin typeface="Exo 2"/>
                <a:ea typeface="Exo 2"/>
                <a:cs typeface="Exo 2"/>
                <a:sym typeface="Exo 2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10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,</a:t>
            </a:r>
            <a:r>
              <a:rPr lang="en" sz="1100"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rPr>
              <a:t> and infographics &amp; images by </a:t>
            </a:r>
            <a:r>
              <a:rPr lang="en" sz="1100">
                <a:solidFill>
                  <a:schemeClr val="accent1"/>
                </a:solidFill>
                <a:uFill>
                  <a:noFill/>
                </a:uFill>
                <a:latin typeface="Exo 2"/>
                <a:ea typeface="Exo 2"/>
                <a:cs typeface="Exo 2"/>
                <a:sym typeface="Exo 2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10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.</a:t>
            </a:r>
            <a:r>
              <a:rPr lang="en" sz="1100"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rPr>
              <a:t> </a:t>
            </a:r>
            <a:endParaRPr sz="1100">
              <a:solidFill>
                <a:schemeClr val="accent3"/>
              </a:solidFill>
              <a:latin typeface="Exo 2"/>
              <a:ea typeface="Exo 2"/>
              <a:cs typeface="Exo 2"/>
              <a:sym typeface="Exo 2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CUSTOM_1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7"/>
          <p:cNvSpPr txBox="1">
            <a:spLocks noGrp="1"/>
          </p:cNvSpPr>
          <p:nvPr>
            <p:ph type="subTitle" idx="1"/>
          </p:nvPr>
        </p:nvSpPr>
        <p:spPr>
          <a:xfrm>
            <a:off x="624325" y="1149650"/>
            <a:ext cx="7902900" cy="353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126" name="Google Shape;126;p27"/>
          <p:cNvSpPr txBox="1">
            <a:spLocks noGrp="1"/>
          </p:cNvSpPr>
          <p:nvPr>
            <p:ph type="title"/>
          </p:nvPr>
        </p:nvSpPr>
        <p:spPr>
          <a:xfrm>
            <a:off x="612550" y="516275"/>
            <a:ext cx="5652000" cy="32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2000"/>
              <a:buNone/>
              <a:defRPr>
                <a:solidFill>
                  <a:srgbClr val="F6F6F6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3">
  <p:cSld name="CUSTOM_12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8"/>
          <p:cNvSpPr txBox="1">
            <a:spLocks noGrp="1"/>
          </p:cNvSpPr>
          <p:nvPr>
            <p:ph type="subTitle" idx="1"/>
          </p:nvPr>
        </p:nvSpPr>
        <p:spPr>
          <a:xfrm>
            <a:off x="1081525" y="1835450"/>
            <a:ext cx="7494900" cy="166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▶"/>
              <a:defRPr sz="1200"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129" name="Google Shape;129;p28"/>
          <p:cNvSpPr txBox="1">
            <a:spLocks noGrp="1"/>
          </p:cNvSpPr>
          <p:nvPr>
            <p:ph type="title"/>
          </p:nvPr>
        </p:nvSpPr>
        <p:spPr>
          <a:xfrm>
            <a:off x="612550" y="516275"/>
            <a:ext cx="5652000" cy="32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2000"/>
              <a:buNone/>
              <a:defRPr>
                <a:solidFill>
                  <a:srgbClr val="F6F6F6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28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955800" y="445025"/>
            <a:ext cx="72324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Exo 2"/>
              <a:buNone/>
              <a:defRPr sz="3000"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Exo 2"/>
              <a:buNone/>
              <a:defRPr sz="3000"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Exo 2"/>
              <a:buNone/>
              <a:defRPr sz="3000"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Exo 2"/>
              <a:buNone/>
              <a:defRPr sz="3000"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Exo 2"/>
              <a:buNone/>
              <a:defRPr sz="3000"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Exo 2"/>
              <a:buNone/>
              <a:defRPr sz="3000"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Exo 2"/>
              <a:buNone/>
              <a:defRPr sz="3000"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Exo 2"/>
              <a:buNone/>
              <a:defRPr sz="3000"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Exo 2"/>
              <a:buNone/>
              <a:defRPr sz="3000"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955800" y="1631550"/>
            <a:ext cx="7232400" cy="245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Exo 2"/>
              <a:buChar char="●"/>
              <a:defRPr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Exo 2"/>
              <a:buChar char="○"/>
              <a:defRPr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Exo 2"/>
              <a:buChar char="■"/>
              <a:defRPr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Exo 2"/>
              <a:buChar char="●"/>
              <a:defRPr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Exo 2"/>
              <a:buChar char="○"/>
              <a:defRPr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Exo 2"/>
              <a:buChar char="■"/>
              <a:defRPr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Exo 2"/>
              <a:buChar char="●"/>
              <a:defRPr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Exo 2"/>
              <a:buChar char="○"/>
              <a:defRPr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Exo 2"/>
              <a:buChar char="■"/>
              <a:defRPr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2" r:id="rId24"/>
    <p:sldLayoutId id="2147483673" r:id="rId25"/>
    <p:sldLayoutId id="2147483674" r:id="rId2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mailto:youremail@freepik.com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://bit.ly/2TtBDfr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9"/>
          <p:cNvSpPr txBox="1">
            <a:spLocks noGrp="1"/>
          </p:cNvSpPr>
          <p:nvPr>
            <p:ph type="ctrTitle"/>
          </p:nvPr>
        </p:nvSpPr>
        <p:spPr>
          <a:xfrm>
            <a:off x="1235499" y="510359"/>
            <a:ext cx="6428400" cy="302972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Monitoreo Datacenter</a:t>
            </a:r>
            <a:endParaRPr dirty="0"/>
          </a:p>
        </p:txBody>
      </p:sp>
      <p:sp>
        <p:nvSpPr>
          <p:cNvPr id="135" name="Google Shape;135;p29"/>
          <p:cNvSpPr txBox="1">
            <a:spLocks noGrp="1"/>
          </p:cNvSpPr>
          <p:nvPr>
            <p:ph type="subTitle" idx="1"/>
          </p:nvPr>
        </p:nvSpPr>
        <p:spPr>
          <a:xfrm>
            <a:off x="980320" y="3784636"/>
            <a:ext cx="7572000" cy="432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Herramienta de monitoreo de energia y temperatura de sala Datacenter.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Trabajo Final para Prog. Concurrente UCALP – Prof. Ing. Gustavo Cerveri 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6" name="Google Shape;136;p29"/>
          <p:cNvSpPr/>
          <p:nvPr/>
        </p:nvSpPr>
        <p:spPr>
          <a:xfrm rot="5400000">
            <a:off x="839597" y="1423630"/>
            <a:ext cx="507900" cy="274800"/>
          </a:xfrm>
          <a:prstGeom prst="triangle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30"/>
          <p:cNvSpPr txBox="1">
            <a:spLocks noGrp="1"/>
          </p:cNvSpPr>
          <p:nvPr>
            <p:ph type="subTitle" idx="1"/>
          </p:nvPr>
        </p:nvSpPr>
        <p:spPr>
          <a:xfrm>
            <a:off x="869228" y="2002711"/>
            <a:ext cx="2224800" cy="36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Introducción</a:t>
            </a:r>
            <a:endParaRPr dirty="0"/>
          </a:p>
        </p:txBody>
      </p:sp>
      <p:sp>
        <p:nvSpPr>
          <p:cNvPr id="143" name="Google Shape;143;p30"/>
          <p:cNvSpPr txBox="1">
            <a:spLocks noGrp="1"/>
          </p:cNvSpPr>
          <p:nvPr>
            <p:ph type="subTitle" idx="1"/>
          </p:nvPr>
        </p:nvSpPr>
        <p:spPr>
          <a:xfrm>
            <a:off x="869228" y="1526811"/>
            <a:ext cx="977700" cy="55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rPr>
              <a:t>01</a:t>
            </a:r>
            <a:endParaRPr sz="3200">
              <a:solidFill>
                <a:schemeClr val="accent3"/>
              </a:solidFill>
              <a:latin typeface="Exo 2"/>
              <a:ea typeface="Exo 2"/>
              <a:cs typeface="Exo 2"/>
              <a:sym typeface="Exo 2"/>
            </a:endParaRPr>
          </a:p>
        </p:txBody>
      </p:sp>
      <p:sp>
        <p:nvSpPr>
          <p:cNvPr id="144" name="Google Shape;144;p30"/>
          <p:cNvSpPr txBox="1">
            <a:spLocks noGrp="1"/>
          </p:cNvSpPr>
          <p:nvPr>
            <p:ph type="subTitle" idx="3"/>
          </p:nvPr>
        </p:nvSpPr>
        <p:spPr>
          <a:xfrm>
            <a:off x="3541852" y="2002711"/>
            <a:ext cx="2224800" cy="36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Objetivo general</a:t>
            </a:r>
            <a:endParaRPr/>
          </a:p>
        </p:txBody>
      </p:sp>
      <p:sp>
        <p:nvSpPr>
          <p:cNvPr id="146" name="Google Shape;146;p30"/>
          <p:cNvSpPr txBox="1">
            <a:spLocks noGrp="1"/>
          </p:cNvSpPr>
          <p:nvPr>
            <p:ph type="subTitle" idx="5"/>
          </p:nvPr>
        </p:nvSpPr>
        <p:spPr>
          <a:xfrm>
            <a:off x="6210577" y="2002711"/>
            <a:ext cx="2224800" cy="36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Infraestructura</a:t>
            </a:r>
            <a:endParaRPr/>
          </a:p>
        </p:txBody>
      </p:sp>
      <p:sp>
        <p:nvSpPr>
          <p:cNvPr id="148" name="Google Shape;148;p30"/>
          <p:cNvSpPr txBox="1">
            <a:spLocks noGrp="1"/>
          </p:cNvSpPr>
          <p:nvPr>
            <p:ph type="subTitle" idx="7"/>
          </p:nvPr>
        </p:nvSpPr>
        <p:spPr>
          <a:xfrm>
            <a:off x="869228" y="3206467"/>
            <a:ext cx="2224800" cy="36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Comportamiento</a:t>
            </a:r>
            <a:endParaRPr dirty="0"/>
          </a:p>
        </p:txBody>
      </p:sp>
      <p:sp>
        <p:nvSpPr>
          <p:cNvPr id="150" name="Google Shape;150;p30"/>
          <p:cNvSpPr txBox="1">
            <a:spLocks noGrp="1"/>
          </p:cNvSpPr>
          <p:nvPr>
            <p:ph type="subTitle" idx="9"/>
          </p:nvPr>
        </p:nvSpPr>
        <p:spPr>
          <a:xfrm>
            <a:off x="3541852" y="3206467"/>
            <a:ext cx="2224800" cy="36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Conclusión </a:t>
            </a:r>
            <a:endParaRPr dirty="0"/>
          </a:p>
        </p:txBody>
      </p:sp>
      <p:sp>
        <p:nvSpPr>
          <p:cNvPr id="152" name="Google Shape;152;p30"/>
          <p:cNvSpPr txBox="1">
            <a:spLocks noGrp="1"/>
          </p:cNvSpPr>
          <p:nvPr>
            <p:ph type="subTitle" idx="1"/>
          </p:nvPr>
        </p:nvSpPr>
        <p:spPr>
          <a:xfrm>
            <a:off x="3541852" y="1526811"/>
            <a:ext cx="977700" cy="55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rPr>
              <a:t>02</a:t>
            </a:r>
            <a:endParaRPr sz="3200">
              <a:solidFill>
                <a:schemeClr val="accent3"/>
              </a:solidFill>
              <a:latin typeface="Exo 2"/>
              <a:ea typeface="Exo 2"/>
              <a:cs typeface="Exo 2"/>
              <a:sym typeface="Exo 2"/>
            </a:endParaRPr>
          </a:p>
        </p:txBody>
      </p:sp>
      <p:sp>
        <p:nvSpPr>
          <p:cNvPr id="153" name="Google Shape;153;p30"/>
          <p:cNvSpPr txBox="1">
            <a:spLocks noGrp="1"/>
          </p:cNvSpPr>
          <p:nvPr>
            <p:ph type="subTitle" idx="1"/>
          </p:nvPr>
        </p:nvSpPr>
        <p:spPr>
          <a:xfrm>
            <a:off x="6204428" y="1526811"/>
            <a:ext cx="977700" cy="55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rPr>
              <a:t>03</a:t>
            </a:r>
            <a:endParaRPr sz="3200">
              <a:solidFill>
                <a:schemeClr val="accent3"/>
              </a:solidFill>
              <a:latin typeface="Exo 2"/>
              <a:ea typeface="Exo 2"/>
              <a:cs typeface="Exo 2"/>
              <a:sym typeface="Exo 2"/>
            </a:endParaRPr>
          </a:p>
        </p:txBody>
      </p:sp>
      <p:sp>
        <p:nvSpPr>
          <p:cNvPr id="154" name="Google Shape;154;p30"/>
          <p:cNvSpPr txBox="1">
            <a:spLocks noGrp="1"/>
          </p:cNvSpPr>
          <p:nvPr>
            <p:ph type="subTitle" idx="1"/>
          </p:nvPr>
        </p:nvSpPr>
        <p:spPr>
          <a:xfrm>
            <a:off x="869228" y="2731374"/>
            <a:ext cx="977700" cy="55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rPr>
              <a:t>04</a:t>
            </a:r>
            <a:endParaRPr sz="3200">
              <a:solidFill>
                <a:schemeClr val="accent3"/>
              </a:solidFill>
              <a:latin typeface="Exo 2"/>
              <a:ea typeface="Exo 2"/>
              <a:cs typeface="Exo 2"/>
              <a:sym typeface="Exo 2"/>
            </a:endParaRPr>
          </a:p>
        </p:txBody>
      </p:sp>
      <p:sp>
        <p:nvSpPr>
          <p:cNvPr id="155" name="Google Shape;155;p30"/>
          <p:cNvSpPr txBox="1">
            <a:spLocks noGrp="1"/>
          </p:cNvSpPr>
          <p:nvPr>
            <p:ph type="subTitle" idx="1"/>
          </p:nvPr>
        </p:nvSpPr>
        <p:spPr>
          <a:xfrm>
            <a:off x="3541852" y="2731374"/>
            <a:ext cx="977700" cy="55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rPr>
              <a:t>05</a:t>
            </a:r>
            <a:endParaRPr sz="3200">
              <a:solidFill>
                <a:schemeClr val="accent3"/>
              </a:solidFill>
              <a:latin typeface="Exo 2"/>
              <a:ea typeface="Exo 2"/>
              <a:cs typeface="Exo 2"/>
              <a:sym typeface="Exo 2"/>
            </a:endParaRPr>
          </a:p>
        </p:txBody>
      </p:sp>
      <p:sp>
        <p:nvSpPr>
          <p:cNvPr id="156" name="Google Shape;156;p30"/>
          <p:cNvSpPr/>
          <p:nvPr/>
        </p:nvSpPr>
        <p:spPr>
          <a:xfrm rot="5400000">
            <a:off x="664394" y="1734542"/>
            <a:ext cx="252600" cy="136500"/>
          </a:xfrm>
          <a:prstGeom prst="triangle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p30"/>
          <p:cNvSpPr/>
          <p:nvPr/>
        </p:nvSpPr>
        <p:spPr>
          <a:xfrm rot="5400000">
            <a:off x="3338069" y="1734542"/>
            <a:ext cx="252600" cy="136500"/>
          </a:xfrm>
          <a:prstGeom prst="triangle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p30"/>
          <p:cNvSpPr/>
          <p:nvPr/>
        </p:nvSpPr>
        <p:spPr>
          <a:xfrm rot="5400000">
            <a:off x="5994504" y="1734542"/>
            <a:ext cx="252600" cy="136500"/>
          </a:xfrm>
          <a:prstGeom prst="triangle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30"/>
          <p:cNvSpPr/>
          <p:nvPr/>
        </p:nvSpPr>
        <p:spPr>
          <a:xfrm rot="5400000">
            <a:off x="664394" y="2937998"/>
            <a:ext cx="252600" cy="136500"/>
          </a:xfrm>
          <a:prstGeom prst="triangle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30"/>
          <p:cNvSpPr/>
          <p:nvPr/>
        </p:nvSpPr>
        <p:spPr>
          <a:xfrm rot="5400000">
            <a:off x="3338069" y="2937998"/>
            <a:ext cx="252600" cy="136500"/>
          </a:xfrm>
          <a:prstGeom prst="triangle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32"/>
          <p:cNvSpPr txBox="1">
            <a:spLocks noGrp="1"/>
          </p:cNvSpPr>
          <p:nvPr>
            <p:ph type="subTitle" idx="1"/>
          </p:nvPr>
        </p:nvSpPr>
        <p:spPr>
          <a:xfrm>
            <a:off x="1468552" y="2493288"/>
            <a:ext cx="4207500" cy="669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Introducción</a:t>
            </a:r>
            <a:endParaRPr/>
          </a:p>
        </p:txBody>
      </p:sp>
      <p:sp>
        <p:nvSpPr>
          <p:cNvPr id="190" name="Google Shape;190;p32"/>
          <p:cNvSpPr/>
          <p:nvPr/>
        </p:nvSpPr>
        <p:spPr>
          <a:xfrm rot="5400000">
            <a:off x="1060635" y="1802347"/>
            <a:ext cx="507900" cy="274800"/>
          </a:xfrm>
          <a:prstGeom prst="triangle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32"/>
          <p:cNvSpPr txBox="1">
            <a:spLocks noGrp="1"/>
          </p:cNvSpPr>
          <p:nvPr>
            <p:ph type="subTitle" idx="2"/>
          </p:nvPr>
        </p:nvSpPr>
        <p:spPr>
          <a:xfrm>
            <a:off x="1468552" y="3179041"/>
            <a:ext cx="4641600" cy="50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Presentación y propósito de la propuesta</a:t>
            </a:r>
            <a:endParaRPr sz="14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92" name="Google Shape;192;p32"/>
          <p:cNvSpPr txBox="1">
            <a:spLocks noGrp="1"/>
          </p:cNvSpPr>
          <p:nvPr>
            <p:ph type="title"/>
          </p:nvPr>
        </p:nvSpPr>
        <p:spPr>
          <a:xfrm>
            <a:off x="1468552" y="1226638"/>
            <a:ext cx="2155500" cy="1426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3"/>
          <p:cNvSpPr txBox="1">
            <a:spLocks noGrp="1"/>
          </p:cNvSpPr>
          <p:nvPr>
            <p:ph type="body" idx="1"/>
          </p:nvPr>
        </p:nvSpPr>
        <p:spPr>
          <a:xfrm>
            <a:off x="1177550" y="1891797"/>
            <a:ext cx="6775200" cy="218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AR" dirty="0"/>
              <a:t>El presente trabajo práctico consiste en el desarrollo de un </a:t>
            </a:r>
            <a:r>
              <a:rPr lang="es-AR" b="1" dirty="0"/>
              <a:t>Simulador de Monitoreo para un Centro de Cómputos Crítico</a:t>
            </a:r>
            <a:r>
              <a:rPr lang="es-AR" dirty="0"/>
              <a:t>. El sistema tiene como objetivo principal garantizar la </a:t>
            </a:r>
            <a:r>
              <a:rPr lang="es-AR" b="1" dirty="0"/>
              <a:t>continuidad del negocio</a:t>
            </a:r>
            <a:r>
              <a:rPr lang="es-AR" dirty="0"/>
              <a:t> mediante la gestión automatizada de recursos energéticos y ambientales.</a:t>
            </a:r>
          </a:p>
          <a:p>
            <a:pPr marL="0" lvl="0" indent="0">
              <a:buNone/>
            </a:pPr>
            <a:r>
              <a:rPr lang="es-AR" dirty="0"/>
              <a:t>Con una interfaz grafica desarrollada en Java supervisamos de forma constante tres pilares fundamentales: </a:t>
            </a:r>
            <a:r>
              <a:rPr lang="en-US" b="1" dirty="0" err="1"/>
              <a:t>Transición</a:t>
            </a:r>
            <a:r>
              <a:rPr lang="en-US" b="1" dirty="0"/>
              <a:t> </a:t>
            </a:r>
            <a:r>
              <a:rPr lang="es-AR" b="1" dirty="0"/>
              <a:t> automática </a:t>
            </a:r>
            <a:r>
              <a:rPr lang="es-AR" dirty="0"/>
              <a:t>de la red eléctrica, </a:t>
            </a:r>
            <a:r>
              <a:rPr lang="es-AR" b="1" dirty="0"/>
              <a:t>Seguridad térmica </a:t>
            </a:r>
            <a:r>
              <a:rPr lang="es-AR" dirty="0"/>
              <a:t>y </a:t>
            </a:r>
            <a:r>
              <a:rPr lang="es-AR" b="1" dirty="0"/>
              <a:t>Trazabilidad de los eventos </a:t>
            </a:r>
            <a:r>
              <a:rPr lang="es-AR" dirty="0"/>
              <a:t>(logs)</a:t>
            </a:r>
            <a:endParaRPr dirty="0"/>
          </a:p>
        </p:txBody>
      </p:sp>
      <p:sp>
        <p:nvSpPr>
          <p:cNvPr id="198" name="Google Shape;198;p33"/>
          <p:cNvSpPr txBox="1">
            <a:spLocks noGrp="1"/>
          </p:cNvSpPr>
          <p:nvPr>
            <p:ph type="title"/>
          </p:nvPr>
        </p:nvSpPr>
        <p:spPr>
          <a:xfrm>
            <a:off x="758180" y="1305388"/>
            <a:ext cx="3852000" cy="32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Nuestro trabajo</a:t>
            </a:r>
            <a:endParaRPr dirty="0"/>
          </a:p>
        </p:txBody>
      </p:sp>
      <p:sp>
        <p:nvSpPr>
          <p:cNvPr id="199" name="Google Shape;199;p33"/>
          <p:cNvSpPr/>
          <p:nvPr/>
        </p:nvSpPr>
        <p:spPr>
          <a:xfrm rot="5400000">
            <a:off x="982991" y="2037787"/>
            <a:ext cx="252600" cy="136500"/>
          </a:xfrm>
          <a:prstGeom prst="triangle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">
          <a:extLst>
            <a:ext uri="{FF2B5EF4-FFF2-40B4-BE49-F238E27FC236}">
              <a16:creationId xmlns:a16="http://schemas.microsoft.com/office/drawing/2014/main" id="{D73E22FA-6924-B4E8-C558-683D84E00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33">
            <a:extLst>
              <a:ext uri="{FF2B5EF4-FFF2-40B4-BE49-F238E27FC236}">
                <a16:creationId xmlns:a16="http://schemas.microsoft.com/office/drawing/2014/main" id="{A28D1A94-2686-11C4-A805-95AADEAB1A5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08244" y="877789"/>
            <a:ext cx="5652000" cy="32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s-AR" b="1" dirty="0"/>
              <a:t>El Lenguaje y el Modelo de Concurrencia</a:t>
            </a:r>
          </a:p>
        </p:txBody>
      </p:sp>
      <p:sp>
        <p:nvSpPr>
          <p:cNvPr id="197" name="Google Shape;197;p33">
            <a:extLst>
              <a:ext uri="{FF2B5EF4-FFF2-40B4-BE49-F238E27FC236}">
                <a16:creationId xmlns:a16="http://schemas.microsoft.com/office/drawing/2014/main" id="{4BE4DE7A-3C09-BDF5-E20A-6E0D5FC09624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1077395" y="1807244"/>
            <a:ext cx="6775450" cy="218281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39700" indent="0" algn="just">
              <a:buNone/>
            </a:pPr>
            <a:r>
              <a:rPr lang="es-AR" sz="1600" dirty="0"/>
              <a:t>El proyecto fue desarrollado íntegramente en </a:t>
            </a:r>
            <a:r>
              <a:rPr lang="es-AR" sz="1600" b="1" dirty="0"/>
              <a:t>Java</a:t>
            </a:r>
            <a:r>
              <a:rPr lang="es-AR" sz="1600" dirty="0"/>
              <a:t>, utilizando su API nativa de </a:t>
            </a:r>
            <a:r>
              <a:rPr lang="es-AR" sz="1600" b="1" dirty="0" err="1"/>
              <a:t>Threads</a:t>
            </a:r>
            <a:r>
              <a:rPr lang="es-AR" sz="1600" dirty="0"/>
              <a:t>. El modelo de concurrencia implementado es el de </a:t>
            </a:r>
            <a:r>
              <a:rPr lang="es-AR" sz="1600" b="1" dirty="0"/>
              <a:t>Memoria Compartida Sincronizada</a:t>
            </a:r>
            <a:r>
              <a:rPr lang="es-AR" sz="1600" dirty="0"/>
              <a:t>, basado específicamente en el patrón de </a:t>
            </a:r>
            <a:r>
              <a:rPr lang="es-AR" sz="1600" b="1" dirty="0"/>
              <a:t>Monitores</a:t>
            </a:r>
            <a:r>
              <a:rPr lang="es-AR" sz="1600" dirty="0"/>
              <a:t>.</a:t>
            </a:r>
          </a:p>
          <a:p>
            <a:pPr marL="139700" indent="0" algn="just">
              <a:buNone/>
            </a:pPr>
            <a:r>
              <a:rPr lang="es-AR" sz="1600" b="1" dirty="0"/>
              <a:t>M</a:t>
            </a:r>
            <a:r>
              <a:rPr lang="es-AR" sz="1600" dirty="0"/>
              <a:t>últiples hilos (Servidores, Aires, Clima, Energía) acceden a una misma instancia de datos (el </a:t>
            </a:r>
            <a:r>
              <a:rPr lang="es-AR" sz="1600" dirty="0" err="1"/>
              <a:t>MonitorEnergia</a:t>
            </a:r>
            <a:r>
              <a:rPr lang="es-AR" sz="1600" dirty="0"/>
              <a:t>). Para evitar que estos hilos choquen o corrompan la información, el objeto Monitor actúa como un "árbitro" o guardián</a:t>
            </a:r>
            <a:r>
              <a:rPr lang="es-AR" dirty="0"/>
              <a:t>.</a:t>
            </a:r>
          </a:p>
        </p:txBody>
      </p:sp>
      <p:sp>
        <p:nvSpPr>
          <p:cNvPr id="199" name="Google Shape;199;p33">
            <a:extLst>
              <a:ext uri="{FF2B5EF4-FFF2-40B4-BE49-F238E27FC236}">
                <a16:creationId xmlns:a16="http://schemas.microsoft.com/office/drawing/2014/main" id="{AEF99BB3-7FD3-2BFF-C650-B48C03758187}"/>
              </a:ext>
            </a:extLst>
          </p:cNvPr>
          <p:cNvSpPr/>
          <p:nvPr/>
        </p:nvSpPr>
        <p:spPr>
          <a:xfrm rot="5400000">
            <a:off x="982991" y="1791652"/>
            <a:ext cx="252600" cy="136500"/>
          </a:xfrm>
          <a:prstGeom prst="triangle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285964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">
          <a:extLst>
            <a:ext uri="{FF2B5EF4-FFF2-40B4-BE49-F238E27FC236}">
              <a16:creationId xmlns:a16="http://schemas.microsoft.com/office/drawing/2014/main" id="{289831D3-D2A2-2074-3852-29AE09E32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3">
            <a:extLst>
              <a:ext uri="{FF2B5EF4-FFF2-40B4-BE49-F238E27FC236}">
                <a16:creationId xmlns:a16="http://schemas.microsoft.com/office/drawing/2014/main" id="{320CF00E-7CF0-88F5-8EEF-5F77D1B81D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93406" y="1861618"/>
            <a:ext cx="4147694" cy="216812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39700" indent="0">
              <a:buNone/>
            </a:pPr>
            <a:r>
              <a:rPr lang="es-AR" sz="1600" dirty="0"/>
              <a:t>Cada servidor (PROD, NAS, LAB) y cada Aire Acondicionado corre en su propio hilo independiente (</a:t>
            </a:r>
            <a:r>
              <a:rPr lang="es-AR" sz="1600" dirty="0" err="1"/>
              <a:t>Thread</a:t>
            </a:r>
            <a:r>
              <a:rPr lang="es-AR" sz="1600" dirty="0"/>
              <a:t>). En la realidad un servidor no espera a que el otro termine para funcionar. Necesitamos que cada uno tome decisiones autónomas basadas en la energía disponible.</a:t>
            </a:r>
          </a:p>
        </p:txBody>
      </p:sp>
      <p:sp>
        <p:nvSpPr>
          <p:cNvPr id="198" name="Google Shape;198;p33">
            <a:extLst>
              <a:ext uri="{FF2B5EF4-FFF2-40B4-BE49-F238E27FC236}">
                <a16:creationId xmlns:a16="http://schemas.microsoft.com/office/drawing/2014/main" id="{5A709C9E-038E-B3C6-4A12-3571747699F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0652" y="654498"/>
            <a:ext cx="5652000" cy="32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s-AR" b="1" dirty="0" err="1"/>
              <a:t>Conurrencia</a:t>
            </a:r>
            <a:endParaRPr lang="es-AR" b="1" dirty="0"/>
          </a:p>
        </p:txBody>
      </p:sp>
      <p:sp>
        <p:nvSpPr>
          <p:cNvPr id="2" name="Subtitle 1">
            <a:extLst>
              <a:ext uri="{FF2B5EF4-FFF2-40B4-BE49-F238E27FC236}">
                <a16:creationId xmlns:a16="http://schemas.microsoft.com/office/drawing/2014/main" id="{93BEE6F2-7291-BAD7-6AF4-2A3E3E6F7388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393406" y="1434122"/>
            <a:ext cx="3321497" cy="261900"/>
          </a:xfrm>
        </p:spPr>
        <p:txBody>
          <a:bodyPr/>
          <a:lstStyle/>
          <a:p>
            <a:r>
              <a:rPr lang="en-US" dirty="0" err="1"/>
              <a:t>Hilos</a:t>
            </a:r>
            <a:r>
              <a:rPr lang="en-US" dirty="0"/>
              <a:t> de </a:t>
            </a:r>
            <a:r>
              <a:rPr lang="en-US" dirty="0" err="1"/>
              <a:t>infraestructura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25329A-E296-75B0-3EF0-23F29D2937EA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4611818" y="1792111"/>
            <a:ext cx="4019108" cy="2835114"/>
          </a:xfrm>
        </p:spPr>
        <p:txBody>
          <a:bodyPr/>
          <a:lstStyle/>
          <a:p>
            <a:pPr marL="139700" indent="0" algn="just">
              <a:buNone/>
            </a:pPr>
            <a:r>
              <a:rPr lang="es-AR" sz="1600" dirty="0"/>
              <a:t>Un hilo dedicado a calcular la termodinámica (calor generado vs. frío producido), para que la temperatura cambie de forma fluida y constante sin bloquear la interfaz gráfica del usuario.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545E49C5-0B9D-16F5-C407-99FDBFEE44B5}"/>
              </a:ext>
            </a:extLst>
          </p:cNvPr>
          <p:cNvSpPr>
            <a:spLocks noGrp="1"/>
          </p:cNvSpPr>
          <p:nvPr>
            <p:ph type="subTitle" idx="4"/>
          </p:nvPr>
        </p:nvSpPr>
        <p:spPr>
          <a:xfrm>
            <a:off x="4611818" y="1434122"/>
            <a:ext cx="2927100" cy="261900"/>
          </a:xfrm>
        </p:spPr>
        <p:txBody>
          <a:bodyPr/>
          <a:lstStyle/>
          <a:p>
            <a:r>
              <a:rPr lang="en-US" dirty="0"/>
              <a:t>Hilo de </a:t>
            </a:r>
            <a:r>
              <a:rPr lang="en-US" dirty="0" err="1"/>
              <a:t>ambiente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80291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">
          <a:extLst>
            <a:ext uri="{FF2B5EF4-FFF2-40B4-BE49-F238E27FC236}">
              <a16:creationId xmlns:a16="http://schemas.microsoft.com/office/drawing/2014/main" id="{4FD1F43B-44A6-FA01-59D6-4EE63A6896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33">
            <a:extLst>
              <a:ext uri="{FF2B5EF4-FFF2-40B4-BE49-F238E27FC236}">
                <a16:creationId xmlns:a16="http://schemas.microsoft.com/office/drawing/2014/main" id="{8E99980D-F7E8-0961-6CA6-19BF01015BA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08244" y="654502"/>
            <a:ext cx="5798882" cy="32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s-AR" b="1" dirty="0"/>
              <a:t>Sincronización y Bloqueo</a:t>
            </a:r>
          </a:p>
        </p:txBody>
      </p:sp>
      <p:sp>
        <p:nvSpPr>
          <p:cNvPr id="197" name="Google Shape;197;p33">
            <a:extLst>
              <a:ext uri="{FF2B5EF4-FFF2-40B4-BE49-F238E27FC236}">
                <a16:creationId xmlns:a16="http://schemas.microsoft.com/office/drawing/2014/main" id="{7046A9F3-6F6F-C115-A149-35496E1338EC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76919" y="1453705"/>
            <a:ext cx="7471182" cy="322195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39700" indent="0">
              <a:buNone/>
            </a:pPr>
            <a:r>
              <a:rPr lang="es-AR" sz="1500" b="1" dirty="0"/>
              <a:t>Métodos </a:t>
            </a:r>
            <a:r>
              <a:rPr lang="es-AR" sz="1500" b="1" dirty="0" err="1"/>
              <a:t>synchronized</a:t>
            </a:r>
            <a:r>
              <a:rPr lang="es-AR" sz="1500" b="1" dirty="0"/>
              <a:t> (Exclusión Mutua)</a:t>
            </a:r>
            <a:r>
              <a:rPr lang="es-AR" sz="1500" dirty="0"/>
              <a:t>:</a:t>
            </a:r>
          </a:p>
          <a:p>
            <a:pPr marL="596900" lvl="1" indent="0">
              <a:buNone/>
            </a:pPr>
            <a:r>
              <a:rPr lang="es-AR" sz="1500" b="1" dirty="0"/>
              <a:t>Ubicación</a:t>
            </a:r>
            <a:r>
              <a:rPr lang="es-AR" sz="1500" dirty="0"/>
              <a:t>: En la clase </a:t>
            </a:r>
            <a:r>
              <a:rPr lang="es-AR" sz="1500" dirty="0" err="1"/>
              <a:t>MonitorEnergia</a:t>
            </a:r>
            <a:r>
              <a:rPr lang="es-AR" sz="1500" dirty="0"/>
              <a:t> (</a:t>
            </a:r>
            <a:r>
              <a:rPr lang="es-AR" sz="1500" dirty="0" err="1"/>
              <a:t>ej</a:t>
            </a:r>
            <a:r>
              <a:rPr lang="es-AR" sz="1500" dirty="0"/>
              <a:t>: </a:t>
            </a:r>
            <a:r>
              <a:rPr lang="es-AR" sz="1500" dirty="0" err="1"/>
              <a:t>usarUps</a:t>
            </a:r>
            <a:r>
              <a:rPr lang="es-AR" sz="1500" dirty="0"/>
              <a:t>(), </a:t>
            </a:r>
            <a:r>
              <a:rPr lang="es-AR" sz="1500" dirty="0" err="1"/>
              <a:t>getFuenteActual</a:t>
            </a:r>
            <a:r>
              <a:rPr lang="es-AR" sz="1500" dirty="0"/>
              <a:t>()).</a:t>
            </a:r>
          </a:p>
          <a:p>
            <a:pPr marL="596900" lvl="1" indent="0" algn="just">
              <a:buNone/>
            </a:pPr>
            <a:r>
              <a:rPr lang="es-AR" sz="1500" b="1" dirty="0"/>
              <a:t>Por qué</a:t>
            </a:r>
            <a:r>
              <a:rPr lang="es-AR" sz="1500" dirty="0"/>
              <a:t>: Cuando un hilo de servidor entra a consultar la fuente de energía, "bloquea" el monitor. Si el hilo de la UPS intenta restar batería en ese mismo instante, Java lo pone en espera. Esto evita </a:t>
            </a:r>
            <a:r>
              <a:rPr lang="es-AR" sz="1500" b="1" dirty="0"/>
              <a:t>Condiciones de Carrera</a:t>
            </a:r>
            <a:r>
              <a:rPr lang="es-AR" sz="1500" dirty="0"/>
              <a:t> (que dos hilos modifiquen la misma variable al mismo tiempo).</a:t>
            </a:r>
          </a:p>
          <a:p>
            <a:pPr marL="596900" lvl="1" indent="0">
              <a:buNone/>
            </a:pPr>
            <a:endParaRPr lang="es-AR" sz="1500" dirty="0"/>
          </a:p>
          <a:p>
            <a:pPr marL="139700" indent="0">
              <a:buNone/>
            </a:pPr>
            <a:r>
              <a:rPr lang="es-AR" sz="1500" b="1" dirty="0"/>
              <a:t>Mecanismo de Señalización (</a:t>
            </a:r>
            <a:r>
              <a:rPr lang="es-AR" sz="1500" b="1" dirty="0" err="1"/>
              <a:t>notifyAll</a:t>
            </a:r>
            <a:r>
              <a:rPr lang="es-AR" sz="1500" b="1" dirty="0"/>
              <a:t>)</a:t>
            </a:r>
            <a:r>
              <a:rPr lang="es-AR" sz="1500" dirty="0"/>
              <a:t>:</a:t>
            </a:r>
          </a:p>
          <a:p>
            <a:pPr marL="596900" lvl="1" indent="0">
              <a:buNone/>
            </a:pPr>
            <a:r>
              <a:rPr lang="es-AR" sz="1500" b="1" dirty="0"/>
              <a:t>Ubicación</a:t>
            </a:r>
            <a:r>
              <a:rPr lang="es-AR" sz="1500" dirty="0"/>
              <a:t>: En métodos como </a:t>
            </a:r>
            <a:r>
              <a:rPr lang="es-AR" sz="1500" dirty="0" err="1"/>
              <a:t>recargarNafta</a:t>
            </a:r>
            <a:r>
              <a:rPr lang="es-AR" sz="1500" dirty="0"/>
              <a:t>() o </a:t>
            </a:r>
            <a:r>
              <a:rPr lang="es-AR" sz="1500" dirty="0" err="1"/>
              <a:t>setRedElectrica</a:t>
            </a:r>
            <a:r>
              <a:rPr lang="es-AR" sz="1500" dirty="0"/>
              <a:t>().</a:t>
            </a:r>
          </a:p>
          <a:p>
            <a:pPr marL="596900" lvl="1" indent="0">
              <a:buNone/>
            </a:pPr>
            <a:r>
              <a:rPr lang="es-AR" sz="1500" b="1" dirty="0"/>
              <a:t>Por qué</a:t>
            </a:r>
            <a:r>
              <a:rPr lang="es-AR" sz="1500" dirty="0"/>
              <a:t>: Los hilos de los servidores suelen estar en espera si no hay energía. Al usar </a:t>
            </a:r>
            <a:r>
              <a:rPr lang="es-AR" sz="1500" dirty="0" err="1"/>
              <a:t>notifyAll</a:t>
            </a:r>
            <a:r>
              <a:rPr lang="es-AR" sz="1500" dirty="0"/>
              <a:t>(), el monitor les "avisa" a todos los hilos que el estado de los recursos cambió, permitiéndoles reaccionar de inmediato.</a:t>
            </a:r>
          </a:p>
          <a:p>
            <a:pPr marL="139700" indent="0" algn="just">
              <a:buNone/>
            </a:pPr>
            <a:endParaRPr lang="es-AR" sz="1500" dirty="0"/>
          </a:p>
        </p:txBody>
      </p:sp>
    </p:spTree>
    <p:extLst>
      <p:ext uri="{BB962C8B-B14F-4D97-AF65-F5344CB8AC3E}">
        <p14:creationId xmlns:p14="http://schemas.microsoft.com/office/powerpoint/2010/main" val="30296903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">
          <a:extLst>
            <a:ext uri="{FF2B5EF4-FFF2-40B4-BE49-F238E27FC236}">
              <a16:creationId xmlns:a16="http://schemas.microsoft.com/office/drawing/2014/main" id="{81080082-E607-9C90-363C-406C6EC1BD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8">
            <a:extLst>
              <a:ext uri="{FF2B5EF4-FFF2-40B4-BE49-F238E27FC236}">
                <a16:creationId xmlns:a16="http://schemas.microsoft.com/office/drawing/2014/main" id="{4D4EA79E-B983-80FC-9E74-737C6A3338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4801" y="766079"/>
            <a:ext cx="7690846" cy="616154"/>
          </a:xfrm>
        </p:spPr>
        <p:txBody>
          <a:bodyPr/>
          <a:lstStyle/>
          <a:p>
            <a:r>
              <a:rPr lang="es-AR" sz="3000" b="1" dirty="0"/>
              <a:t>Interfaz Gráfica </a:t>
            </a:r>
            <a:endParaRPr lang="en-US" sz="3000" dirty="0"/>
          </a:p>
        </p:txBody>
      </p:sp>
      <p:sp>
        <p:nvSpPr>
          <p:cNvPr id="20" name="Subtitle 19">
            <a:extLst>
              <a:ext uri="{FF2B5EF4-FFF2-40B4-BE49-F238E27FC236}">
                <a16:creationId xmlns:a16="http://schemas.microsoft.com/office/drawing/2014/main" id="{F055AB94-56C0-C96F-052E-8AF09AD3035E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726577" y="2018319"/>
            <a:ext cx="7690846" cy="1596213"/>
          </a:xfrm>
        </p:spPr>
        <p:txBody>
          <a:bodyPr/>
          <a:lstStyle/>
          <a:p>
            <a:pPr marL="139700" indent="0" algn="just">
              <a:buNone/>
            </a:pPr>
            <a:r>
              <a:rPr lang="es-AR" sz="1800" dirty="0"/>
              <a:t>Un punto de concurrencia critico se encuentra en la actualización de los colores (</a:t>
            </a:r>
            <a:r>
              <a:rPr lang="es-AR" sz="1800" dirty="0" err="1"/>
              <a:t>JLabel</a:t>
            </a:r>
            <a:r>
              <a:rPr lang="es-AR" sz="1800" dirty="0"/>
              <a:t>)</a:t>
            </a:r>
          </a:p>
          <a:p>
            <a:pPr marL="139700" indent="0" algn="just">
              <a:buNone/>
            </a:pPr>
            <a:r>
              <a:rPr lang="es-AR" sz="1800" b="1" dirty="0"/>
              <a:t>Mecanismo</a:t>
            </a:r>
            <a:r>
              <a:rPr lang="es-AR" sz="1800" dirty="0"/>
              <a:t>: </a:t>
            </a:r>
            <a:r>
              <a:rPr lang="es-AR" sz="1800" dirty="0" err="1"/>
              <a:t>SwingUtilities.invokeLater</a:t>
            </a:r>
            <a:r>
              <a:rPr lang="es-AR" sz="1800" dirty="0"/>
              <a:t>.</a:t>
            </a:r>
          </a:p>
          <a:p>
            <a:pPr marL="139700" indent="0" algn="just">
              <a:buNone/>
            </a:pPr>
            <a:r>
              <a:rPr lang="es-AR" sz="1800" b="1" dirty="0"/>
              <a:t>Por qué</a:t>
            </a:r>
            <a:r>
              <a:rPr lang="es-AR" sz="1800" dirty="0"/>
              <a:t>: Como Swing no es seguro para multihilo, este método asegura que las actualizaciones visuales se ejecuten en el hilo de despacho de eventos (EDT), evitando que la ventana se tilde o se cierre por errores de concurrencia visual.</a:t>
            </a:r>
          </a:p>
          <a:p>
            <a:pPr algn="just"/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9458579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34"/>
          <p:cNvSpPr txBox="1">
            <a:spLocks noGrp="1"/>
          </p:cNvSpPr>
          <p:nvPr>
            <p:ph type="subTitle" idx="1"/>
          </p:nvPr>
        </p:nvSpPr>
        <p:spPr>
          <a:xfrm>
            <a:off x="1468550" y="2493300"/>
            <a:ext cx="6493800" cy="669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Objetivo general</a:t>
            </a:r>
            <a:endParaRPr/>
          </a:p>
        </p:txBody>
      </p:sp>
      <p:sp>
        <p:nvSpPr>
          <p:cNvPr id="205" name="Google Shape;205;p34"/>
          <p:cNvSpPr/>
          <p:nvPr/>
        </p:nvSpPr>
        <p:spPr>
          <a:xfrm rot="5400000">
            <a:off x="1060635" y="1802347"/>
            <a:ext cx="507900" cy="274800"/>
          </a:xfrm>
          <a:prstGeom prst="triangle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34"/>
          <p:cNvSpPr txBox="1">
            <a:spLocks noGrp="1"/>
          </p:cNvSpPr>
          <p:nvPr>
            <p:ph type="subTitle" idx="2"/>
          </p:nvPr>
        </p:nvSpPr>
        <p:spPr>
          <a:xfrm>
            <a:off x="1468552" y="3179041"/>
            <a:ext cx="4641600" cy="50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dirty="0"/>
              <a:t>Crear entorno estable y seguro</a:t>
            </a:r>
            <a:endParaRPr sz="14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7" name="Google Shape;207;p34"/>
          <p:cNvSpPr txBox="1">
            <a:spLocks noGrp="1"/>
          </p:cNvSpPr>
          <p:nvPr>
            <p:ph type="title"/>
          </p:nvPr>
        </p:nvSpPr>
        <p:spPr>
          <a:xfrm>
            <a:off x="1468552" y="1226638"/>
            <a:ext cx="2155500" cy="1426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5"/>
          <p:cNvSpPr txBox="1">
            <a:spLocks noGrp="1"/>
          </p:cNvSpPr>
          <p:nvPr>
            <p:ph type="title"/>
          </p:nvPr>
        </p:nvSpPr>
        <p:spPr>
          <a:xfrm>
            <a:off x="651150" y="545225"/>
            <a:ext cx="7330094" cy="32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Objetivo : Ambiente estable y controlado</a:t>
            </a:r>
            <a:endParaRPr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B9390F-465E-E8E9-5375-60487A7A57F5}"/>
              </a:ext>
            </a:extLst>
          </p:cNvPr>
          <p:cNvSpPr txBox="1"/>
          <p:nvPr/>
        </p:nvSpPr>
        <p:spPr>
          <a:xfrm>
            <a:off x="1474117" y="1645008"/>
            <a:ext cx="6829909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Font typeface="Exo 2"/>
              <a:buNone/>
              <a:tabLst/>
              <a:defRPr/>
            </a:pPr>
            <a:r>
              <a:rPr kumimoji="0" lang="es-AR" sz="2000" b="0" i="0" u="none" strike="noStrike" kern="0" cap="none" spc="0" normalizeH="0" baseline="0" noProof="0" dirty="0">
                <a:ln>
                  <a:noFill/>
                </a:ln>
                <a:solidFill>
                  <a:srgbClr val="F6F6F6"/>
                </a:solidFill>
                <a:effectLst/>
                <a:uLnTx/>
                <a:uFillTx/>
                <a:latin typeface="Exo 2"/>
                <a:ea typeface="Exo 2"/>
                <a:sym typeface="Exo 2"/>
              </a:rPr>
              <a:t>Diseñar e implementar un sistema de monitoreo (</a:t>
            </a:r>
            <a:r>
              <a:rPr kumimoji="0" lang="es-AR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6F6F6"/>
                </a:solidFill>
                <a:effectLst/>
                <a:uLnTx/>
                <a:uFillTx/>
                <a:latin typeface="Exo 2"/>
                <a:ea typeface="Exo 2"/>
                <a:sym typeface="Exo 2"/>
              </a:rPr>
              <a:t>dashboard</a:t>
            </a:r>
            <a:r>
              <a:rPr kumimoji="0" lang="es-AR" sz="2000" b="0" i="0" u="none" strike="noStrike" kern="0" cap="none" spc="0" normalizeH="0" baseline="0" noProof="0" dirty="0">
                <a:ln>
                  <a:noFill/>
                </a:ln>
                <a:solidFill>
                  <a:srgbClr val="F6F6F6"/>
                </a:solidFill>
                <a:effectLst/>
                <a:uLnTx/>
                <a:uFillTx/>
                <a:latin typeface="Exo 2"/>
                <a:ea typeface="Exo 2"/>
                <a:sym typeface="Exo 2"/>
              </a:rPr>
              <a:t>) para un Centro de Datos, utilizando los mecanismos de programación concurrente en Java para gestionar y monitorizar de forma autónoma la redundancia energética, la seguridad térmica y la alta disponibilidad de servicios críticos ante escenarios de falla.</a:t>
            </a:r>
          </a:p>
        </p:txBody>
      </p:sp>
      <p:sp>
        <p:nvSpPr>
          <p:cNvPr id="10" name="Google Shape;199;p33">
            <a:extLst>
              <a:ext uri="{FF2B5EF4-FFF2-40B4-BE49-F238E27FC236}">
                <a16:creationId xmlns:a16="http://schemas.microsoft.com/office/drawing/2014/main" id="{9A414326-C4DC-E0C4-CB3F-D8103535BB45}"/>
              </a:ext>
            </a:extLst>
          </p:cNvPr>
          <p:cNvSpPr/>
          <p:nvPr/>
        </p:nvSpPr>
        <p:spPr>
          <a:xfrm rot="5400000">
            <a:off x="1248808" y="1814499"/>
            <a:ext cx="252600" cy="136500"/>
          </a:xfrm>
          <a:prstGeom prst="triangle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6"/>
          <p:cNvSpPr txBox="1">
            <a:spLocks noGrp="1"/>
          </p:cNvSpPr>
          <p:nvPr>
            <p:ph type="subTitle" idx="1"/>
          </p:nvPr>
        </p:nvSpPr>
        <p:spPr>
          <a:xfrm>
            <a:off x="1468550" y="2493300"/>
            <a:ext cx="6493800" cy="669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Infraestructura</a:t>
            </a:r>
            <a:endParaRPr/>
          </a:p>
        </p:txBody>
      </p:sp>
      <p:sp>
        <p:nvSpPr>
          <p:cNvPr id="235" name="Google Shape;235;p36"/>
          <p:cNvSpPr/>
          <p:nvPr/>
        </p:nvSpPr>
        <p:spPr>
          <a:xfrm rot="5400000">
            <a:off x="1060635" y="1802347"/>
            <a:ext cx="507900" cy="274800"/>
          </a:xfrm>
          <a:prstGeom prst="triangle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6" name="Google Shape;236;p36"/>
          <p:cNvSpPr txBox="1">
            <a:spLocks noGrp="1"/>
          </p:cNvSpPr>
          <p:nvPr>
            <p:ph type="subTitle" idx="2"/>
          </p:nvPr>
        </p:nvSpPr>
        <p:spPr>
          <a:xfrm>
            <a:off x="1468552" y="3179041"/>
            <a:ext cx="4641600" cy="50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/>
              <a:t>Servidores</a:t>
            </a:r>
            <a:r>
              <a:rPr lang="en-US" sz="1400" dirty="0"/>
              <a:t> y </a:t>
            </a:r>
            <a:r>
              <a:rPr lang="en-US" sz="1400" dirty="0" err="1"/>
              <a:t>elementos</a:t>
            </a:r>
            <a:r>
              <a:rPr lang="en-US" sz="1400" dirty="0"/>
              <a:t> </a:t>
            </a:r>
            <a:r>
              <a:rPr lang="en-US" sz="1400" dirty="0" err="1"/>
              <a:t>principales</a:t>
            </a:r>
            <a:r>
              <a:rPr lang="en-US" sz="1400" dirty="0"/>
              <a:t> </a:t>
            </a:r>
            <a:r>
              <a:rPr lang="en-US" sz="1400" dirty="0" err="1"/>
              <a:t>en</a:t>
            </a:r>
            <a:r>
              <a:rPr lang="en-US" sz="1400" dirty="0"/>
              <a:t> la sala.</a:t>
            </a:r>
            <a:endParaRPr sz="14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37" name="Google Shape;237;p36"/>
          <p:cNvSpPr txBox="1">
            <a:spLocks noGrp="1"/>
          </p:cNvSpPr>
          <p:nvPr>
            <p:ph type="title"/>
          </p:nvPr>
        </p:nvSpPr>
        <p:spPr>
          <a:xfrm>
            <a:off x="1468552" y="1226638"/>
            <a:ext cx="2155500" cy="1426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37"/>
          <p:cNvSpPr txBox="1">
            <a:spLocks noGrp="1"/>
          </p:cNvSpPr>
          <p:nvPr>
            <p:ph type="title"/>
          </p:nvPr>
        </p:nvSpPr>
        <p:spPr>
          <a:xfrm>
            <a:off x="316335" y="443986"/>
            <a:ext cx="5652000" cy="32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Equipos instalados en la sala</a:t>
            </a:r>
            <a:endParaRPr dirty="0"/>
          </a:p>
        </p:txBody>
      </p:sp>
      <p:sp>
        <p:nvSpPr>
          <p:cNvPr id="243" name="Google Shape;243;p37"/>
          <p:cNvSpPr txBox="1">
            <a:spLocks noGrp="1"/>
          </p:cNvSpPr>
          <p:nvPr>
            <p:ph type="subTitle" idx="4294967295"/>
          </p:nvPr>
        </p:nvSpPr>
        <p:spPr>
          <a:xfrm>
            <a:off x="1188204" y="1046544"/>
            <a:ext cx="4089900" cy="262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buNone/>
            </a:pPr>
            <a:r>
              <a:rPr lang="en-US" sz="2200" dirty="0" err="1">
                <a:solidFill>
                  <a:schemeClr val="accent1"/>
                </a:solidFill>
              </a:rPr>
              <a:t>Servidores</a:t>
            </a:r>
            <a:r>
              <a:rPr lang="en-US" sz="2200" dirty="0">
                <a:solidFill>
                  <a:schemeClr val="accent1"/>
                </a:solidFill>
              </a:rPr>
              <a:t> </a:t>
            </a:r>
          </a:p>
        </p:txBody>
      </p:sp>
      <p:sp>
        <p:nvSpPr>
          <p:cNvPr id="244" name="Google Shape;244;p37"/>
          <p:cNvSpPr txBox="1">
            <a:spLocks noGrp="1"/>
          </p:cNvSpPr>
          <p:nvPr>
            <p:ph type="subTitle" idx="4294967295"/>
          </p:nvPr>
        </p:nvSpPr>
        <p:spPr>
          <a:xfrm>
            <a:off x="1286539" y="1401276"/>
            <a:ext cx="6730409" cy="104078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en-US" dirty="0">
                <a:solidFill>
                  <a:schemeClr val="accent3"/>
                </a:solidFill>
              </a:rPr>
              <a:t>PROD : ambientes </a:t>
            </a:r>
            <a:r>
              <a:rPr lang="en-US" dirty="0" err="1">
                <a:solidFill>
                  <a:schemeClr val="accent3"/>
                </a:solidFill>
              </a:rPr>
              <a:t>productivos</a:t>
            </a:r>
            <a:r>
              <a:rPr lang="en-US" dirty="0">
                <a:solidFill>
                  <a:schemeClr val="accent3"/>
                </a:solidFill>
              </a:rPr>
              <a:t>, </a:t>
            </a:r>
            <a:r>
              <a:rPr lang="en-US" dirty="0" err="1">
                <a:solidFill>
                  <a:schemeClr val="accent3"/>
                </a:solidFill>
              </a:rPr>
              <a:t>en</a:t>
            </a:r>
            <a:r>
              <a:rPr lang="en-US" dirty="0">
                <a:solidFill>
                  <a:schemeClr val="accent3"/>
                </a:solidFill>
              </a:rPr>
              <a:t> </a:t>
            </a:r>
            <a:r>
              <a:rPr lang="en-US" dirty="0" err="1">
                <a:solidFill>
                  <a:schemeClr val="accent3"/>
                </a:solidFill>
              </a:rPr>
              <a:t>el</a:t>
            </a:r>
            <a:r>
              <a:rPr lang="en-US" dirty="0">
                <a:solidFill>
                  <a:schemeClr val="accent3"/>
                </a:solidFill>
              </a:rPr>
              <a:t> </a:t>
            </a:r>
            <a:r>
              <a:rPr lang="en-US" dirty="0" err="1">
                <a:solidFill>
                  <a:schemeClr val="accent3"/>
                </a:solidFill>
              </a:rPr>
              <a:t>mismo</a:t>
            </a:r>
            <a:r>
              <a:rPr lang="en-US" dirty="0">
                <a:solidFill>
                  <a:schemeClr val="accent3"/>
                </a:solidFill>
              </a:rPr>
              <a:t> rack modem, router, switch y firewalls </a:t>
            </a:r>
            <a:r>
              <a:rPr lang="en-US" dirty="0" err="1">
                <a:solidFill>
                  <a:schemeClr val="accent3"/>
                </a:solidFill>
              </a:rPr>
              <a:t>ya</a:t>
            </a:r>
            <a:r>
              <a:rPr lang="en-US" dirty="0">
                <a:solidFill>
                  <a:schemeClr val="accent3"/>
                </a:solidFill>
              </a:rPr>
              <a:t> </a:t>
            </a:r>
            <a:r>
              <a:rPr lang="en-US" dirty="0" err="1">
                <a:solidFill>
                  <a:schemeClr val="accent3"/>
                </a:solidFill>
              </a:rPr>
              <a:t>configurados</a:t>
            </a:r>
            <a:r>
              <a:rPr lang="en-US" dirty="0">
                <a:solidFill>
                  <a:schemeClr val="accent3"/>
                </a:solidFill>
              </a:rPr>
              <a:t>.</a:t>
            </a:r>
          </a:p>
          <a:p>
            <a:pPr marL="0" lvl="0" indent="0">
              <a:buNone/>
            </a:pPr>
            <a:r>
              <a:rPr lang="en-US" dirty="0">
                <a:solidFill>
                  <a:schemeClr val="accent3"/>
                </a:solidFill>
              </a:rPr>
              <a:t>LAB : </a:t>
            </a:r>
            <a:r>
              <a:rPr lang="en-US" dirty="0" err="1">
                <a:solidFill>
                  <a:schemeClr val="accent3"/>
                </a:solidFill>
              </a:rPr>
              <a:t>destinado</a:t>
            </a:r>
            <a:r>
              <a:rPr lang="en-US" dirty="0">
                <a:solidFill>
                  <a:schemeClr val="accent3"/>
                </a:solidFill>
              </a:rPr>
              <a:t> a ambientes testing y </a:t>
            </a:r>
            <a:r>
              <a:rPr lang="en-US" dirty="0" err="1">
                <a:solidFill>
                  <a:schemeClr val="accent3"/>
                </a:solidFill>
              </a:rPr>
              <a:t>similares</a:t>
            </a:r>
            <a:r>
              <a:rPr lang="en-US" dirty="0">
                <a:solidFill>
                  <a:schemeClr val="accent3"/>
                </a:solidFill>
              </a:rPr>
              <a:t>.</a:t>
            </a:r>
          </a:p>
          <a:p>
            <a:pPr marL="0" lvl="0" indent="0">
              <a:buNone/>
            </a:pPr>
            <a:r>
              <a:rPr lang="en-US" dirty="0">
                <a:solidFill>
                  <a:schemeClr val="accent3"/>
                </a:solidFill>
              </a:rPr>
              <a:t>NAS : </a:t>
            </a:r>
            <a:r>
              <a:rPr lang="en-US" dirty="0" err="1">
                <a:solidFill>
                  <a:schemeClr val="accent3"/>
                </a:solidFill>
              </a:rPr>
              <a:t>almacenamiento</a:t>
            </a:r>
            <a:r>
              <a:rPr lang="en-US" dirty="0">
                <a:solidFill>
                  <a:schemeClr val="accent3"/>
                </a:solidFill>
              </a:rPr>
              <a:t> de </a:t>
            </a:r>
            <a:r>
              <a:rPr lang="en-US" dirty="0" err="1">
                <a:solidFill>
                  <a:schemeClr val="accent3"/>
                </a:solidFill>
              </a:rPr>
              <a:t>recursos</a:t>
            </a:r>
            <a:r>
              <a:rPr lang="en-US" dirty="0">
                <a:solidFill>
                  <a:schemeClr val="accent3"/>
                </a:solidFill>
              </a:rPr>
              <a:t> para ambientes no </a:t>
            </a:r>
            <a:r>
              <a:rPr lang="en-US" dirty="0" err="1">
                <a:solidFill>
                  <a:schemeClr val="accent3"/>
                </a:solidFill>
              </a:rPr>
              <a:t>productivos</a:t>
            </a:r>
            <a:r>
              <a:rPr lang="en-US" dirty="0">
                <a:solidFill>
                  <a:schemeClr val="accent3"/>
                </a:solidFill>
              </a:rPr>
              <a:t>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chemeClr val="accent3"/>
              </a:solidFill>
            </a:endParaRPr>
          </a:p>
        </p:txBody>
      </p:sp>
      <p:sp>
        <p:nvSpPr>
          <p:cNvPr id="2" name="Google Shape;243;p37">
            <a:extLst>
              <a:ext uri="{FF2B5EF4-FFF2-40B4-BE49-F238E27FC236}">
                <a16:creationId xmlns:a16="http://schemas.microsoft.com/office/drawing/2014/main" id="{66D245C4-48D5-E822-5B26-31C3878E0DD3}"/>
              </a:ext>
            </a:extLst>
          </p:cNvPr>
          <p:cNvSpPr txBox="1">
            <a:spLocks/>
          </p:cNvSpPr>
          <p:nvPr/>
        </p:nvSpPr>
        <p:spPr>
          <a:xfrm>
            <a:off x="1188204" y="3690430"/>
            <a:ext cx="4089900" cy="26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Exo 2"/>
              <a:buChar char="●"/>
              <a:defRPr sz="1400" b="0" i="0" u="none" strike="noStrike" cap="none"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Exo 2"/>
              <a:buChar char="○"/>
              <a:defRPr sz="1400" b="0" i="0" u="none" strike="noStrike" cap="none"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Exo 2"/>
              <a:buChar char="■"/>
              <a:defRPr sz="1400" b="0" i="0" u="none" strike="noStrike" cap="none"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Exo 2"/>
              <a:buChar char="●"/>
              <a:defRPr sz="1400" b="0" i="0" u="none" strike="noStrike" cap="none"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Exo 2"/>
              <a:buChar char="○"/>
              <a:defRPr sz="1400" b="0" i="0" u="none" strike="noStrike" cap="none"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Exo 2"/>
              <a:buChar char="■"/>
              <a:defRPr sz="1400" b="0" i="0" u="none" strike="noStrike" cap="none"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Exo 2"/>
              <a:buChar char="●"/>
              <a:defRPr sz="1400" b="0" i="0" u="none" strike="noStrike" cap="none"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Exo 2"/>
              <a:buChar char="○"/>
              <a:defRPr sz="1400" b="0" i="0" u="none" strike="noStrike" cap="none"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Exo 2"/>
              <a:buChar char="■"/>
              <a:defRPr sz="1400" b="0" i="0" u="none" strike="noStrike" cap="none"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9pPr>
          </a:lstStyle>
          <a:p>
            <a:pPr marL="0" indent="0">
              <a:buFont typeface="Exo 2"/>
              <a:buNone/>
            </a:pPr>
            <a:r>
              <a:rPr lang="en-US" sz="2200" dirty="0">
                <a:solidFill>
                  <a:schemeClr val="accent1"/>
                </a:solidFill>
              </a:rPr>
              <a:t>Aires </a:t>
            </a:r>
            <a:r>
              <a:rPr lang="en-US" sz="2200" dirty="0" err="1">
                <a:solidFill>
                  <a:schemeClr val="accent1"/>
                </a:solidFill>
              </a:rPr>
              <a:t>acondicionados</a:t>
            </a:r>
            <a:r>
              <a:rPr lang="en-US" sz="2200" dirty="0">
                <a:solidFill>
                  <a:schemeClr val="accent1"/>
                </a:solidFill>
              </a:rPr>
              <a:t> </a:t>
            </a:r>
          </a:p>
        </p:txBody>
      </p:sp>
      <p:sp>
        <p:nvSpPr>
          <p:cNvPr id="3" name="Google Shape;243;p37">
            <a:extLst>
              <a:ext uri="{FF2B5EF4-FFF2-40B4-BE49-F238E27FC236}">
                <a16:creationId xmlns:a16="http://schemas.microsoft.com/office/drawing/2014/main" id="{4CEA77D8-34AE-EBF2-237D-BBD638984BBA}"/>
              </a:ext>
            </a:extLst>
          </p:cNvPr>
          <p:cNvSpPr txBox="1">
            <a:spLocks/>
          </p:cNvSpPr>
          <p:nvPr/>
        </p:nvSpPr>
        <p:spPr>
          <a:xfrm>
            <a:off x="1188204" y="2571750"/>
            <a:ext cx="4089900" cy="26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Exo 2"/>
              <a:buChar char="●"/>
              <a:defRPr sz="1400" b="0" i="0" u="none" strike="noStrike" cap="none"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Exo 2"/>
              <a:buChar char="○"/>
              <a:defRPr sz="1400" b="0" i="0" u="none" strike="noStrike" cap="none"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Exo 2"/>
              <a:buChar char="■"/>
              <a:defRPr sz="1400" b="0" i="0" u="none" strike="noStrike" cap="none"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Exo 2"/>
              <a:buChar char="●"/>
              <a:defRPr sz="1400" b="0" i="0" u="none" strike="noStrike" cap="none"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Exo 2"/>
              <a:buChar char="○"/>
              <a:defRPr sz="1400" b="0" i="0" u="none" strike="noStrike" cap="none"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Exo 2"/>
              <a:buChar char="■"/>
              <a:defRPr sz="1400" b="0" i="0" u="none" strike="noStrike" cap="none"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Exo 2"/>
              <a:buChar char="●"/>
              <a:defRPr sz="1400" b="0" i="0" u="none" strike="noStrike" cap="none"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Exo 2"/>
              <a:buChar char="○"/>
              <a:defRPr sz="1400" b="0" i="0" u="none" strike="noStrike" cap="none"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Exo 2"/>
              <a:buChar char="■"/>
              <a:defRPr sz="1400" b="0" i="0" u="none" strike="noStrike" cap="none"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9pPr>
          </a:lstStyle>
          <a:p>
            <a:pPr marL="0" indent="0">
              <a:buFont typeface="Exo 2"/>
              <a:buNone/>
            </a:pPr>
            <a:r>
              <a:rPr lang="en-US" sz="2200" dirty="0">
                <a:solidFill>
                  <a:schemeClr val="accent1"/>
                </a:solidFill>
              </a:rPr>
              <a:t>Energia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E11657-F165-29C3-4E62-B22D41B5DFA4}"/>
              </a:ext>
            </a:extLst>
          </p:cNvPr>
          <p:cNvSpPr txBox="1"/>
          <p:nvPr/>
        </p:nvSpPr>
        <p:spPr>
          <a:xfrm>
            <a:off x="1286539" y="2942233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>
              <a:buNone/>
            </a:pPr>
            <a:r>
              <a:rPr lang="en-US" dirty="0">
                <a:solidFill>
                  <a:schemeClr val="accent3"/>
                </a:solidFill>
              </a:rPr>
              <a:t>UPS :  </a:t>
            </a:r>
            <a:r>
              <a:rPr lang="en-US" dirty="0" err="1">
                <a:solidFill>
                  <a:schemeClr val="accent3"/>
                </a:solidFill>
              </a:rPr>
              <a:t>duración</a:t>
            </a:r>
            <a:r>
              <a:rPr lang="en-US" dirty="0">
                <a:solidFill>
                  <a:schemeClr val="accent3"/>
                </a:solidFill>
              </a:rPr>
              <a:t> 3 horas (100%)</a:t>
            </a:r>
          </a:p>
          <a:p>
            <a:pPr marL="0" lvl="0" indent="0">
              <a:buNone/>
            </a:pPr>
            <a:r>
              <a:rPr lang="en-US" dirty="0" err="1">
                <a:solidFill>
                  <a:schemeClr val="accent3"/>
                </a:solidFill>
              </a:rPr>
              <a:t>Generador</a:t>
            </a:r>
            <a:r>
              <a:rPr lang="en-US" dirty="0">
                <a:solidFill>
                  <a:schemeClr val="accent3"/>
                </a:solidFill>
              </a:rPr>
              <a:t> </a:t>
            </a:r>
            <a:r>
              <a:rPr lang="en-US" dirty="0" err="1">
                <a:solidFill>
                  <a:schemeClr val="accent3"/>
                </a:solidFill>
              </a:rPr>
              <a:t>elecrtico</a:t>
            </a:r>
            <a:r>
              <a:rPr lang="en-US" dirty="0">
                <a:solidFill>
                  <a:schemeClr val="accent3"/>
                </a:solidFill>
              </a:rPr>
              <a:t> : </a:t>
            </a:r>
            <a:r>
              <a:rPr lang="en-US" dirty="0" err="1">
                <a:solidFill>
                  <a:schemeClr val="accent3"/>
                </a:solidFill>
              </a:rPr>
              <a:t>duración</a:t>
            </a:r>
            <a:r>
              <a:rPr lang="en-US" dirty="0">
                <a:solidFill>
                  <a:schemeClr val="accent3"/>
                </a:solidFill>
              </a:rPr>
              <a:t> 24 horas (100%)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7E14E6C-E98B-59AC-28BE-7C1BEFFF8C9D}"/>
              </a:ext>
            </a:extLst>
          </p:cNvPr>
          <p:cNvSpPr txBox="1"/>
          <p:nvPr/>
        </p:nvSpPr>
        <p:spPr>
          <a:xfrm>
            <a:off x="1286538" y="4096956"/>
            <a:ext cx="651775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>
              <a:buNone/>
            </a:pPr>
            <a:r>
              <a:rPr lang="en-US" dirty="0">
                <a:solidFill>
                  <a:schemeClr val="accent3"/>
                </a:solidFill>
              </a:rPr>
              <a:t>Dos </a:t>
            </a:r>
            <a:r>
              <a:rPr lang="en-US" dirty="0" err="1">
                <a:solidFill>
                  <a:schemeClr val="accent3"/>
                </a:solidFill>
              </a:rPr>
              <a:t>unidades</a:t>
            </a:r>
            <a:r>
              <a:rPr lang="en-US" dirty="0">
                <a:solidFill>
                  <a:schemeClr val="accent3"/>
                </a:solidFill>
              </a:rPr>
              <a:t>, </a:t>
            </a:r>
            <a:r>
              <a:rPr lang="en-US" dirty="0" err="1">
                <a:solidFill>
                  <a:schemeClr val="accent3"/>
                </a:solidFill>
              </a:rPr>
              <a:t>una</a:t>
            </a:r>
            <a:r>
              <a:rPr lang="en-US" dirty="0">
                <a:solidFill>
                  <a:schemeClr val="accent3"/>
                </a:solidFill>
              </a:rPr>
              <a:t> sola </a:t>
            </a:r>
            <a:r>
              <a:rPr lang="en-US" dirty="0" err="1">
                <a:solidFill>
                  <a:schemeClr val="accent3"/>
                </a:solidFill>
              </a:rPr>
              <a:t>unidad</a:t>
            </a:r>
            <a:r>
              <a:rPr lang="en-US" dirty="0">
                <a:solidFill>
                  <a:schemeClr val="accent3"/>
                </a:solidFill>
              </a:rPr>
              <a:t> </a:t>
            </a:r>
            <a:r>
              <a:rPr lang="en-US" dirty="0" err="1">
                <a:solidFill>
                  <a:schemeClr val="accent3"/>
                </a:solidFill>
              </a:rPr>
              <a:t>conectada</a:t>
            </a:r>
            <a:r>
              <a:rPr lang="en-US" dirty="0">
                <a:solidFill>
                  <a:schemeClr val="accent3"/>
                </a:solidFill>
              </a:rPr>
              <a:t> a la </a:t>
            </a:r>
            <a:r>
              <a:rPr lang="en-US" dirty="0" err="1">
                <a:solidFill>
                  <a:schemeClr val="accent3"/>
                </a:solidFill>
              </a:rPr>
              <a:t>línea</a:t>
            </a:r>
            <a:r>
              <a:rPr lang="en-US" dirty="0">
                <a:solidFill>
                  <a:schemeClr val="accent3"/>
                </a:solidFill>
              </a:rPr>
              <a:t> del </a:t>
            </a:r>
            <a:r>
              <a:rPr lang="en-US" dirty="0" err="1">
                <a:solidFill>
                  <a:schemeClr val="accent3"/>
                </a:solidFill>
              </a:rPr>
              <a:t>generador</a:t>
            </a:r>
            <a:r>
              <a:rPr lang="en-US" dirty="0">
                <a:solidFill>
                  <a:schemeClr val="accent3"/>
                </a:solidFill>
              </a:rPr>
              <a:t> </a:t>
            </a:r>
            <a:r>
              <a:rPr lang="en-US" dirty="0" err="1">
                <a:solidFill>
                  <a:schemeClr val="accent3"/>
                </a:solidFill>
              </a:rPr>
              <a:t>eléctrico</a:t>
            </a:r>
            <a:endParaRPr lang="en-US" dirty="0">
              <a:solidFill>
                <a:schemeClr val="accent3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40"/>
          <p:cNvSpPr txBox="1">
            <a:spLocks noGrp="1"/>
          </p:cNvSpPr>
          <p:nvPr>
            <p:ph type="subTitle" idx="1"/>
          </p:nvPr>
        </p:nvSpPr>
        <p:spPr>
          <a:xfrm>
            <a:off x="1468550" y="2450768"/>
            <a:ext cx="6493800" cy="669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Comportamiento de infraestructura</a:t>
            </a:r>
            <a:endParaRPr dirty="0"/>
          </a:p>
        </p:txBody>
      </p:sp>
      <p:sp>
        <p:nvSpPr>
          <p:cNvPr id="263" name="Google Shape;263;p40"/>
          <p:cNvSpPr/>
          <p:nvPr/>
        </p:nvSpPr>
        <p:spPr>
          <a:xfrm rot="5400000">
            <a:off x="1060635" y="1430206"/>
            <a:ext cx="507900" cy="274800"/>
          </a:xfrm>
          <a:prstGeom prst="triangle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4" name="Google Shape;264;p40"/>
          <p:cNvSpPr txBox="1">
            <a:spLocks noGrp="1"/>
          </p:cNvSpPr>
          <p:nvPr>
            <p:ph type="subTitle" idx="2"/>
          </p:nvPr>
        </p:nvSpPr>
        <p:spPr>
          <a:xfrm>
            <a:off x="1468552" y="3423593"/>
            <a:ext cx="4641600" cy="50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/>
              <a:t>Funcionabilidades</a:t>
            </a:r>
            <a:r>
              <a:rPr lang="en-US" sz="1400" dirty="0"/>
              <a:t> y </a:t>
            </a:r>
            <a:r>
              <a:rPr lang="en-US" sz="1400" dirty="0" err="1"/>
              <a:t>visualizacion</a:t>
            </a:r>
            <a:endParaRPr sz="14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65" name="Google Shape;265;p40"/>
          <p:cNvSpPr txBox="1">
            <a:spLocks noGrp="1"/>
          </p:cNvSpPr>
          <p:nvPr>
            <p:ph type="title"/>
          </p:nvPr>
        </p:nvSpPr>
        <p:spPr>
          <a:xfrm>
            <a:off x="1468552" y="854497"/>
            <a:ext cx="2155500" cy="1426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04.</a:t>
            </a:r>
            <a:endParaRPr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5"/>
          <p:cNvSpPr txBox="1">
            <a:spLocks noGrp="1"/>
          </p:cNvSpPr>
          <p:nvPr>
            <p:ph type="title"/>
          </p:nvPr>
        </p:nvSpPr>
        <p:spPr>
          <a:xfrm>
            <a:off x="612550" y="516275"/>
            <a:ext cx="5652000" cy="32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Corte de suministro eléctrico</a:t>
            </a:r>
            <a:endParaRPr dirty="0"/>
          </a:p>
        </p:txBody>
      </p:sp>
      <p:sp>
        <p:nvSpPr>
          <p:cNvPr id="305" name="Google Shape;305;p45"/>
          <p:cNvSpPr txBox="1">
            <a:spLocks noGrp="1"/>
          </p:cNvSpPr>
          <p:nvPr>
            <p:ph type="subTitle" idx="4294967295"/>
          </p:nvPr>
        </p:nvSpPr>
        <p:spPr>
          <a:xfrm>
            <a:off x="915443" y="1408474"/>
            <a:ext cx="7069608" cy="297335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dirty="0">
                <a:solidFill>
                  <a:schemeClr val="accent3"/>
                </a:solidFill>
              </a:rPr>
              <a:t>Pasa a </a:t>
            </a:r>
            <a:r>
              <a:rPr lang="en-US" sz="1700" dirty="0" err="1">
                <a:solidFill>
                  <a:schemeClr val="accent3"/>
                </a:solidFill>
              </a:rPr>
              <a:t>cambiarse</a:t>
            </a:r>
            <a:r>
              <a:rPr lang="en-US" sz="1700" dirty="0">
                <a:solidFill>
                  <a:schemeClr val="accent3"/>
                </a:solidFill>
              </a:rPr>
              <a:t> a la </a:t>
            </a:r>
            <a:r>
              <a:rPr lang="en-US" sz="1700" dirty="0" err="1">
                <a:solidFill>
                  <a:schemeClr val="accent3"/>
                </a:solidFill>
              </a:rPr>
              <a:t>linea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conectada</a:t>
            </a:r>
            <a:r>
              <a:rPr lang="en-US" sz="1700" dirty="0">
                <a:solidFill>
                  <a:schemeClr val="accent3"/>
                </a:solidFill>
              </a:rPr>
              <a:t> al </a:t>
            </a:r>
            <a:r>
              <a:rPr lang="en-US" sz="1700" dirty="0" err="1">
                <a:solidFill>
                  <a:schemeClr val="accent3"/>
                </a:solidFill>
              </a:rPr>
              <a:t>generador</a:t>
            </a:r>
            <a:r>
              <a:rPr lang="en-US" sz="1700" dirty="0">
                <a:solidFill>
                  <a:schemeClr val="accent3"/>
                </a:solidFill>
              </a:rPr>
              <a:t>, </a:t>
            </a:r>
            <a:r>
              <a:rPr lang="en-US" sz="1700" dirty="0" err="1">
                <a:solidFill>
                  <a:schemeClr val="accent3"/>
                </a:solidFill>
              </a:rPr>
              <a:t>apagandose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el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aire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acondicionado</a:t>
            </a:r>
            <a:r>
              <a:rPr lang="en-US" sz="1700" dirty="0">
                <a:solidFill>
                  <a:schemeClr val="accent3"/>
                </a:solidFill>
              </a:rPr>
              <a:t> 2, </a:t>
            </a:r>
            <a:r>
              <a:rPr lang="en-US" sz="1700" dirty="0" err="1">
                <a:solidFill>
                  <a:schemeClr val="accent3"/>
                </a:solidFill>
              </a:rPr>
              <a:t>quedando</a:t>
            </a:r>
            <a:r>
              <a:rPr lang="en-US" sz="1700" dirty="0">
                <a:solidFill>
                  <a:schemeClr val="accent3"/>
                </a:solidFill>
              </a:rPr>
              <a:t> up un </a:t>
            </a:r>
            <a:r>
              <a:rPr lang="en-US" sz="1700" dirty="0" err="1">
                <a:solidFill>
                  <a:schemeClr val="accent3"/>
                </a:solidFill>
              </a:rPr>
              <a:t>aire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acondicionado</a:t>
            </a:r>
            <a:r>
              <a:rPr lang="en-US" sz="1700" dirty="0">
                <a:solidFill>
                  <a:schemeClr val="accent3"/>
                </a:solidFill>
              </a:rPr>
              <a:t>, PROD, LAB y NAS</a:t>
            </a:r>
          </a:p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dirty="0" err="1">
                <a:solidFill>
                  <a:schemeClr val="accent3"/>
                </a:solidFill>
              </a:rPr>
              <a:t>Cuado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el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generador</a:t>
            </a:r>
            <a:r>
              <a:rPr lang="en-US" sz="1700" dirty="0">
                <a:solidFill>
                  <a:schemeClr val="accent3"/>
                </a:solidFill>
              </a:rPr>
              <a:t> de </a:t>
            </a:r>
            <a:r>
              <a:rPr lang="en-US" sz="1700" dirty="0" err="1">
                <a:solidFill>
                  <a:schemeClr val="accent3"/>
                </a:solidFill>
              </a:rPr>
              <a:t>agota</a:t>
            </a:r>
            <a:r>
              <a:rPr lang="en-US" sz="1700" dirty="0">
                <a:solidFill>
                  <a:schemeClr val="accent3"/>
                </a:solidFill>
              </a:rPr>
              <a:t> (24hs), </a:t>
            </a:r>
            <a:r>
              <a:rPr lang="en-US" sz="1700" dirty="0" err="1">
                <a:solidFill>
                  <a:schemeClr val="accent3"/>
                </a:solidFill>
              </a:rPr>
              <a:t>pasa</a:t>
            </a:r>
            <a:r>
              <a:rPr lang="en-US" sz="1700" dirty="0">
                <a:solidFill>
                  <a:schemeClr val="accent3"/>
                </a:solidFill>
              </a:rPr>
              <a:t> a </a:t>
            </a:r>
            <a:r>
              <a:rPr lang="en-US" sz="1700" dirty="0" err="1">
                <a:solidFill>
                  <a:schemeClr val="accent3"/>
                </a:solidFill>
              </a:rPr>
              <a:t>usarse</a:t>
            </a:r>
            <a:r>
              <a:rPr lang="en-US" sz="1700" dirty="0">
                <a:solidFill>
                  <a:schemeClr val="accent3"/>
                </a:solidFill>
              </a:rPr>
              <a:t> la </a:t>
            </a:r>
            <a:r>
              <a:rPr lang="en-US" sz="1700" dirty="0" err="1">
                <a:solidFill>
                  <a:schemeClr val="accent3"/>
                </a:solidFill>
              </a:rPr>
              <a:t>linea</a:t>
            </a:r>
            <a:r>
              <a:rPr lang="en-US" sz="1700" dirty="0">
                <a:solidFill>
                  <a:schemeClr val="accent3"/>
                </a:solidFill>
              </a:rPr>
              <a:t> de la UPS, se </a:t>
            </a:r>
            <a:r>
              <a:rPr lang="en-US" sz="1700" dirty="0" err="1">
                <a:solidFill>
                  <a:schemeClr val="accent3"/>
                </a:solidFill>
              </a:rPr>
              <a:t>apaga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el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unico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aire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acondicionado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que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esta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encendido</a:t>
            </a:r>
            <a:r>
              <a:rPr lang="en-US" sz="1700" dirty="0">
                <a:solidFill>
                  <a:schemeClr val="accent3"/>
                </a:solidFill>
              </a:rPr>
              <a:t>, para </a:t>
            </a:r>
            <a:r>
              <a:rPr lang="en-US" sz="1700" dirty="0" err="1">
                <a:solidFill>
                  <a:schemeClr val="accent3"/>
                </a:solidFill>
              </a:rPr>
              <a:t>mantener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unicamente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el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servidor</a:t>
            </a:r>
            <a:r>
              <a:rPr lang="en-US" sz="1700" dirty="0">
                <a:solidFill>
                  <a:schemeClr val="accent3"/>
                </a:solidFill>
              </a:rPr>
              <a:t> PROD </a:t>
            </a:r>
            <a:r>
              <a:rPr lang="en-US" sz="1700" dirty="0" err="1">
                <a:solidFill>
                  <a:schemeClr val="accent3"/>
                </a:solidFill>
              </a:rPr>
              <a:t>por</a:t>
            </a:r>
            <a:r>
              <a:rPr lang="en-US" sz="1700" dirty="0">
                <a:solidFill>
                  <a:schemeClr val="accent3"/>
                </a:solidFill>
              </a:rPr>
              <a:t> 2hs mas.</a:t>
            </a:r>
          </a:p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dirty="0">
                <a:solidFill>
                  <a:schemeClr val="accent3"/>
                </a:solidFill>
              </a:rPr>
              <a:t>Cuando se </a:t>
            </a:r>
            <a:r>
              <a:rPr lang="en-US" sz="1700" dirty="0" err="1">
                <a:solidFill>
                  <a:schemeClr val="accent3"/>
                </a:solidFill>
              </a:rPr>
              <a:t>agotan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estas</a:t>
            </a:r>
            <a:r>
              <a:rPr lang="en-US" sz="1700" dirty="0">
                <a:solidFill>
                  <a:schemeClr val="accent3"/>
                </a:solidFill>
              </a:rPr>
              <a:t> dos </a:t>
            </a:r>
            <a:r>
              <a:rPr lang="en-US" sz="1700" dirty="0" err="1">
                <a:solidFill>
                  <a:schemeClr val="accent3"/>
                </a:solidFill>
              </a:rPr>
              <a:t>lineas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adicionales</a:t>
            </a:r>
            <a:r>
              <a:rPr lang="en-US" sz="1700" dirty="0">
                <a:solidFill>
                  <a:schemeClr val="accent3"/>
                </a:solidFill>
              </a:rPr>
              <a:t> se produce </a:t>
            </a:r>
            <a:r>
              <a:rPr lang="en-US" sz="1700" dirty="0" err="1">
                <a:solidFill>
                  <a:schemeClr val="accent3"/>
                </a:solidFill>
              </a:rPr>
              <a:t>una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b="1" dirty="0" err="1">
                <a:solidFill>
                  <a:schemeClr val="accent3"/>
                </a:solidFill>
              </a:rPr>
              <a:t>caida</a:t>
            </a:r>
            <a:r>
              <a:rPr lang="en-US" sz="1700" dirty="0">
                <a:solidFill>
                  <a:schemeClr val="accent3"/>
                </a:solidFill>
              </a:rPr>
              <a:t> total del Sistema, se </a:t>
            </a:r>
            <a:r>
              <a:rPr lang="en-US" sz="1700" dirty="0" err="1">
                <a:solidFill>
                  <a:schemeClr val="accent3"/>
                </a:solidFill>
              </a:rPr>
              <a:t>dispara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switcheo</a:t>
            </a:r>
            <a:r>
              <a:rPr lang="en-US" sz="1700" dirty="0">
                <a:solidFill>
                  <a:schemeClr val="accent3"/>
                </a:solidFill>
              </a:rPr>
              <a:t> de </a:t>
            </a:r>
            <a:r>
              <a:rPr lang="en-US" sz="1700" dirty="0" err="1">
                <a:solidFill>
                  <a:schemeClr val="accent3"/>
                </a:solidFill>
              </a:rPr>
              <a:t>ambiente</a:t>
            </a:r>
            <a:r>
              <a:rPr lang="en-US" sz="1700" dirty="0">
                <a:solidFill>
                  <a:schemeClr val="accent3"/>
                </a:solidFill>
              </a:rPr>
              <a:t> “CABA”.</a:t>
            </a:r>
          </a:p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dirty="0">
                <a:solidFill>
                  <a:schemeClr val="accent3"/>
                </a:solidFill>
              </a:rPr>
              <a:t>Cuando </a:t>
            </a:r>
            <a:r>
              <a:rPr lang="en-US" sz="1700" dirty="0" err="1">
                <a:solidFill>
                  <a:schemeClr val="accent3"/>
                </a:solidFill>
              </a:rPr>
              <a:t>el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suministro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electrico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vuelve</a:t>
            </a:r>
            <a:r>
              <a:rPr lang="en-US" sz="1700" dirty="0">
                <a:solidFill>
                  <a:schemeClr val="accent3"/>
                </a:solidFill>
              </a:rPr>
              <a:t>, la UPS </a:t>
            </a:r>
            <a:r>
              <a:rPr lang="en-US" sz="1700" dirty="0" err="1">
                <a:solidFill>
                  <a:schemeClr val="accent3"/>
                </a:solidFill>
              </a:rPr>
              <a:t>empieza</a:t>
            </a:r>
            <a:r>
              <a:rPr lang="en-US" sz="1700" dirty="0">
                <a:solidFill>
                  <a:schemeClr val="accent3"/>
                </a:solidFill>
              </a:rPr>
              <a:t> a </a:t>
            </a:r>
            <a:r>
              <a:rPr lang="en-US" sz="1700" dirty="0" err="1">
                <a:solidFill>
                  <a:schemeClr val="accent3"/>
                </a:solidFill>
              </a:rPr>
              <a:t>cargar</a:t>
            </a:r>
            <a:r>
              <a:rPr lang="en-US" sz="1700" dirty="0">
                <a:solidFill>
                  <a:schemeClr val="accent3"/>
                </a:solidFill>
              </a:rPr>
              <a:t> y se </a:t>
            </a:r>
            <a:r>
              <a:rPr lang="en-US" sz="1700" dirty="0" err="1">
                <a:solidFill>
                  <a:schemeClr val="accent3"/>
                </a:solidFill>
              </a:rPr>
              <a:t>encienden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todos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los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servicios</a:t>
            </a:r>
            <a:r>
              <a:rPr lang="en-US" sz="1700" dirty="0">
                <a:solidFill>
                  <a:schemeClr val="accent3"/>
                </a:solidFill>
              </a:rPr>
              <a:t>. (Aires </a:t>
            </a:r>
            <a:r>
              <a:rPr lang="en-US" sz="1700" dirty="0" err="1">
                <a:solidFill>
                  <a:schemeClr val="accent3"/>
                </a:solidFill>
              </a:rPr>
              <a:t>acondicionados</a:t>
            </a:r>
            <a:r>
              <a:rPr lang="en-US" sz="1700" dirty="0">
                <a:solidFill>
                  <a:schemeClr val="accent3"/>
                </a:solidFill>
              </a:rPr>
              <a:t>, PROD NAS LAB)</a:t>
            </a:r>
            <a:endParaRPr sz="1700" dirty="0">
              <a:solidFill>
                <a:schemeClr val="accent3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9"/>
          <p:cNvSpPr txBox="1">
            <a:spLocks noGrp="1"/>
          </p:cNvSpPr>
          <p:nvPr>
            <p:ph type="title"/>
          </p:nvPr>
        </p:nvSpPr>
        <p:spPr>
          <a:xfrm>
            <a:off x="612550" y="516275"/>
            <a:ext cx="5652000" cy="32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Redundancia electrica</a:t>
            </a:r>
            <a:endParaRPr dirty="0"/>
          </a:p>
        </p:txBody>
      </p:sp>
      <p:sp>
        <p:nvSpPr>
          <p:cNvPr id="257" name="Google Shape;257;p39"/>
          <p:cNvSpPr txBox="1">
            <a:spLocks noGrp="1"/>
          </p:cNvSpPr>
          <p:nvPr>
            <p:ph type="subTitle" idx="4294967295"/>
          </p:nvPr>
        </p:nvSpPr>
        <p:spPr>
          <a:xfrm>
            <a:off x="1226463" y="1254448"/>
            <a:ext cx="6375816" cy="227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39700" indent="0" algn="just">
              <a:buNone/>
            </a:pPr>
            <a:r>
              <a:rPr lang="es-AR" sz="1500" dirty="0"/>
              <a:t>Aquí se encuentran dos líneas de suministro eléctrico adicional para garantizar la disponibilidad de los distintos servicios.</a:t>
            </a:r>
            <a:br>
              <a:rPr lang="es-AR" sz="1500" dirty="0"/>
            </a:br>
            <a:endParaRPr lang="es-AR" sz="1500" dirty="0"/>
          </a:p>
          <a:p>
            <a:pPr marL="139700" indent="0" algn="just">
              <a:buNone/>
            </a:pPr>
            <a:r>
              <a:rPr lang="es-AR" sz="1500" b="1" dirty="0"/>
              <a:t>El generador </a:t>
            </a:r>
            <a:r>
              <a:rPr lang="es-AR" sz="1500" dirty="0"/>
              <a:t>eléctrico, tiene conectados únicamente un aire acondicionado y los tres servidores, lo que permite prolongar el suministro eléctrico por hasta 24 horas. Funciona con nafta, la cual debe cargarse manualmente.</a:t>
            </a:r>
          </a:p>
          <a:p>
            <a:pPr marL="139700" indent="0" algn="just">
              <a:buNone/>
            </a:pPr>
            <a:endParaRPr lang="es-AR" sz="1500" dirty="0"/>
          </a:p>
          <a:p>
            <a:pPr marL="139700" indent="0" algn="just">
              <a:buNone/>
            </a:pPr>
            <a:r>
              <a:rPr lang="es-AR" sz="1500" b="1" dirty="0"/>
              <a:t>La UPS</a:t>
            </a:r>
            <a:r>
              <a:rPr lang="es-AR" sz="1500" dirty="0"/>
              <a:t>, tiene conectado únicamente el servidor PROD y la red eléctrica, con el objetivo de garantizar dos horas adicionales de funcionamiento para los servicios más importantes de los ambientes productivos. Esta empezara a consumirse cuando este el generador agotado, cuando la UPS no está en uso, sus baterías se mantienen en carga.</a:t>
            </a:r>
          </a:p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accent3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38"/>
          <p:cNvSpPr txBox="1">
            <a:spLocks noGrp="1"/>
          </p:cNvSpPr>
          <p:nvPr>
            <p:ph type="title"/>
          </p:nvPr>
        </p:nvSpPr>
        <p:spPr>
          <a:xfrm>
            <a:off x="612550" y="516275"/>
            <a:ext cx="5652000" cy="32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Servidores PROD LAB NAS</a:t>
            </a:r>
            <a:endParaRPr dirty="0"/>
          </a:p>
        </p:txBody>
      </p:sp>
      <p:sp>
        <p:nvSpPr>
          <p:cNvPr id="251" name="Google Shape;251;p38"/>
          <p:cNvSpPr txBox="1">
            <a:spLocks noGrp="1"/>
          </p:cNvSpPr>
          <p:nvPr>
            <p:ph type="subTitle" idx="4294967295"/>
          </p:nvPr>
        </p:nvSpPr>
        <p:spPr>
          <a:xfrm>
            <a:off x="957972" y="1639526"/>
            <a:ext cx="7711800" cy="227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dirty="0">
                <a:solidFill>
                  <a:schemeClr val="accent3"/>
                </a:solidFill>
              </a:rPr>
              <a:t>Los </a:t>
            </a:r>
            <a:r>
              <a:rPr lang="en-US" sz="1700" dirty="0" err="1">
                <a:solidFill>
                  <a:schemeClr val="accent3"/>
                </a:solidFill>
              </a:rPr>
              <a:t>tres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servidores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estan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conectados</a:t>
            </a:r>
            <a:r>
              <a:rPr lang="en-US" sz="1700" dirty="0">
                <a:solidFill>
                  <a:schemeClr val="accent3"/>
                </a:solidFill>
              </a:rPr>
              <a:t> a </a:t>
            </a:r>
            <a:r>
              <a:rPr lang="en-US" sz="1700" b="1" dirty="0">
                <a:solidFill>
                  <a:schemeClr val="accent3"/>
                </a:solidFill>
              </a:rPr>
              <a:t>la </a:t>
            </a:r>
            <a:r>
              <a:rPr lang="en-US" sz="1700" b="1" dirty="0" err="1">
                <a:solidFill>
                  <a:schemeClr val="accent3"/>
                </a:solidFill>
              </a:rPr>
              <a:t>linea</a:t>
            </a:r>
            <a:r>
              <a:rPr lang="en-US" sz="1700" b="1" dirty="0">
                <a:solidFill>
                  <a:schemeClr val="accent3"/>
                </a:solidFill>
              </a:rPr>
              <a:t> </a:t>
            </a:r>
            <a:r>
              <a:rPr lang="en-US" sz="1700" b="1" dirty="0" err="1">
                <a:solidFill>
                  <a:schemeClr val="accent3"/>
                </a:solidFill>
              </a:rPr>
              <a:t>electrica</a:t>
            </a:r>
            <a:r>
              <a:rPr lang="en-US" sz="1700" dirty="0">
                <a:solidFill>
                  <a:schemeClr val="accent3"/>
                </a:solidFill>
              </a:rPr>
              <a:t>, </a:t>
            </a:r>
            <a:r>
              <a:rPr lang="en-US" sz="1700" dirty="0" err="1">
                <a:solidFill>
                  <a:schemeClr val="accent3"/>
                </a:solidFill>
              </a:rPr>
              <a:t>cuando</a:t>
            </a:r>
            <a:r>
              <a:rPr lang="en-US" sz="1700" dirty="0">
                <a:solidFill>
                  <a:schemeClr val="accent3"/>
                </a:solidFill>
              </a:rPr>
              <a:t> se </a:t>
            </a:r>
            <a:r>
              <a:rPr lang="en-US" sz="1700" dirty="0" err="1">
                <a:solidFill>
                  <a:schemeClr val="accent3"/>
                </a:solidFill>
              </a:rPr>
              <a:t>corta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el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suministro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electrico</a:t>
            </a:r>
            <a:r>
              <a:rPr lang="en-US" sz="1700" dirty="0">
                <a:solidFill>
                  <a:schemeClr val="accent3"/>
                </a:solidFill>
              </a:rPr>
              <a:t> se </a:t>
            </a:r>
            <a:r>
              <a:rPr lang="en-US" sz="1700" dirty="0" err="1">
                <a:solidFill>
                  <a:schemeClr val="accent3"/>
                </a:solidFill>
              </a:rPr>
              <a:t>pasa</a:t>
            </a:r>
            <a:r>
              <a:rPr lang="en-US" sz="1700" dirty="0">
                <a:solidFill>
                  <a:schemeClr val="accent3"/>
                </a:solidFill>
              </a:rPr>
              <a:t> a usar la </a:t>
            </a:r>
            <a:r>
              <a:rPr lang="en-US" sz="1700" dirty="0" err="1">
                <a:solidFill>
                  <a:schemeClr val="accent3"/>
                </a:solidFill>
              </a:rPr>
              <a:t>linea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electrica</a:t>
            </a:r>
            <a:r>
              <a:rPr lang="en-US" sz="1700" dirty="0">
                <a:solidFill>
                  <a:schemeClr val="accent3"/>
                </a:solidFill>
              </a:rPr>
              <a:t> del </a:t>
            </a:r>
            <a:r>
              <a:rPr lang="en-US" sz="1700" b="1" dirty="0" err="1">
                <a:solidFill>
                  <a:schemeClr val="accent3"/>
                </a:solidFill>
              </a:rPr>
              <a:t>generador</a:t>
            </a:r>
            <a:r>
              <a:rPr lang="en-US" sz="1700" dirty="0">
                <a:solidFill>
                  <a:schemeClr val="accent3"/>
                </a:solidFill>
              </a:rPr>
              <a:t>, </a:t>
            </a:r>
            <a:r>
              <a:rPr lang="en-US" sz="1700" dirty="0" err="1">
                <a:solidFill>
                  <a:schemeClr val="accent3"/>
                </a:solidFill>
              </a:rPr>
              <a:t>cuando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este</a:t>
            </a:r>
            <a:r>
              <a:rPr lang="en-US" sz="1700" dirty="0">
                <a:solidFill>
                  <a:schemeClr val="accent3"/>
                </a:solidFill>
              </a:rPr>
              <a:t> se </a:t>
            </a:r>
            <a:r>
              <a:rPr lang="en-US" sz="1700" dirty="0" err="1">
                <a:solidFill>
                  <a:schemeClr val="accent3"/>
                </a:solidFill>
              </a:rPr>
              <a:t>agota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pasa</a:t>
            </a:r>
            <a:r>
              <a:rPr lang="en-US" sz="1700" dirty="0">
                <a:solidFill>
                  <a:schemeClr val="accent3"/>
                </a:solidFill>
              </a:rPr>
              <a:t> a </a:t>
            </a:r>
            <a:r>
              <a:rPr lang="en-US" sz="1700" dirty="0" err="1">
                <a:solidFill>
                  <a:schemeClr val="accent3"/>
                </a:solidFill>
              </a:rPr>
              <a:t>usarse</a:t>
            </a:r>
            <a:r>
              <a:rPr lang="en-US" sz="1700" dirty="0">
                <a:solidFill>
                  <a:schemeClr val="accent3"/>
                </a:solidFill>
              </a:rPr>
              <a:t> la </a:t>
            </a:r>
            <a:r>
              <a:rPr lang="en-US" sz="1700" dirty="0" err="1">
                <a:solidFill>
                  <a:schemeClr val="accent3"/>
                </a:solidFill>
              </a:rPr>
              <a:t>linea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conectada</a:t>
            </a:r>
            <a:r>
              <a:rPr lang="en-US" sz="1700" dirty="0">
                <a:solidFill>
                  <a:schemeClr val="accent3"/>
                </a:solidFill>
              </a:rPr>
              <a:t> a la </a:t>
            </a:r>
            <a:r>
              <a:rPr lang="en-US" sz="1700" b="1" dirty="0">
                <a:solidFill>
                  <a:schemeClr val="accent3"/>
                </a:solidFill>
              </a:rPr>
              <a:t>UPS, </a:t>
            </a:r>
            <a:r>
              <a:rPr lang="en-US" sz="1700" b="1" dirty="0" err="1">
                <a:solidFill>
                  <a:schemeClr val="accent3"/>
                </a:solidFill>
              </a:rPr>
              <a:t>en</a:t>
            </a:r>
            <a:r>
              <a:rPr lang="en-US" sz="1700" b="1" dirty="0">
                <a:solidFill>
                  <a:schemeClr val="accent3"/>
                </a:solidFill>
              </a:rPr>
              <a:t> ese </a:t>
            </a:r>
            <a:r>
              <a:rPr lang="en-US" sz="1700" b="1" dirty="0" err="1">
                <a:solidFill>
                  <a:schemeClr val="accent3"/>
                </a:solidFill>
              </a:rPr>
              <a:t>momento</a:t>
            </a:r>
            <a:r>
              <a:rPr lang="en-US" sz="1700" b="1" dirty="0">
                <a:solidFill>
                  <a:schemeClr val="accent3"/>
                </a:solidFill>
              </a:rPr>
              <a:t> se </a:t>
            </a:r>
            <a:r>
              <a:rPr lang="en-US" sz="1700" b="1" dirty="0" err="1">
                <a:solidFill>
                  <a:schemeClr val="accent3"/>
                </a:solidFill>
              </a:rPr>
              <a:t>envian</a:t>
            </a:r>
            <a:r>
              <a:rPr lang="en-US" sz="1700" b="1" dirty="0">
                <a:solidFill>
                  <a:schemeClr val="accent3"/>
                </a:solidFill>
              </a:rPr>
              <a:t> </a:t>
            </a:r>
            <a:r>
              <a:rPr lang="en-US" sz="1700" b="1" dirty="0" err="1">
                <a:solidFill>
                  <a:schemeClr val="accent3"/>
                </a:solidFill>
              </a:rPr>
              <a:t>señales</a:t>
            </a:r>
            <a:r>
              <a:rPr lang="en-US" sz="1700" b="1" dirty="0">
                <a:solidFill>
                  <a:schemeClr val="accent3"/>
                </a:solidFill>
              </a:rPr>
              <a:t> de </a:t>
            </a:r>
            <a:r>
              <a:rPr lang="en-US" sz="1700" b="1" dirty="0" err="1">
                <a:solidFill>
                  <a:schemeClr val="accent3"/>
                </a:solidFill>
              </a:rPr>
              <a:t>apagado</a:t>
            </a:r>
            <a:r>
              <a:rPr lang="en-US" sz="1700" b="1" dirty="0">
                <a:solidFill>
                  <a:schemeClr val="accent3"/>
                </a:solidFill>
              </a:rPr>
              <a:t> a </a:t>
            </a:r>
            <a:r>
              <a:rPr lang="en-US" sz="1700" b="1" dirty="0" err="1">
                <a:solidFill>
                  <a:schemeClr val="accent3"/>
                </a:solidFill>
              </a:rPr>
              <a:t>los</a:t>
            </a:r>
            <a:r>
              <a:rPr lang="en-US" sz="1700" b="1" dirty="0">
                <a:solidFill>
                  <a:schemeClr val="accent3"/>
                </a:solidFill>
              </a:rPr>
              <a:t> server LAB y NAS </a:t>
            </a:r>
            <a:r>
              <a:rPr lang="en-US" sz="1700" b="1" dirty="0" err="1">
                <a:solidFill>
                  <a:schemeClr val="accent3"/>
                </a:solidFill>
              </a:rPr>
              <a:t>quedando</a:t>
            </a:r>
            <a:r>
              <a:rPr lang="en-US" sz="1700" b="1" dirty="0">
                <a:solidFill>
                  <a:schemeClr val="accent3"/>
                </a:solidFill>
              </a:rPr>
              <a:t> </a:t>
            </a:r>
            <a:r>
              <a:rPr lang="en-US" sz="1700" b="1" dirty="0" err="1">
                <a:solidFill>
                  <a:schemeClr val="accent3"/>
                </a:solidFill>
              </a:rPr>
              <a:t>solamente</a:t>
            </a:r>
            <a:r>
              <a:rPr lang="en-US" sz="1700" b="1" dirty="0">
                <a:solidFill>
                  <a:schemeClr val="accent3"/>
                </a:solidFill>
              </a:rPr>
              <a:t> </a:t>
            </a:r>
            <a:r>
              <a:rPr lang="en-US" sz="1700" b="1" dirty="0" err="1">
                <a:solidFill>
                  <a:schemeClr val="accent3"/>
                </a:solidFill>
              </a:rPr>
              <a:t>el</a:t>
            </a:r>
            <a:r>
              <a:rPr lang="en-US" sz="1700" b="1" dirty="0">
                <a:solidFill>
                  <a:schemeClr val="accent3"/>
                </a:solidFill>
              </a:rPr>
              <a:t> </a:t>
            </a:r>
            <a:r>
              <a:rPr lang="en-US" sz="1700" b="1" dirty="0" err="1">
                <a:solidFill>
                  <a:schemeClr val="accent3"/>
                </a:solidFill>
              </a:rPr>
              <a:t>servidor</a:t>
            </a:r>
            <a:r>
              <a:rPr lang="en-US" sz="1700" b="1" dirty="0">
                <a:solidFill>
                  <a:schemeClr val="accent3"/>
                </a:solidFill>
              </a:rPr>
              <a:t> PROD </a:t>
            </a:r>
            <a:r>
              <a:rPr lang="en-US" sz="1700" b="1" dirty="0" err="1">
                <a:solidFill>
                  <a:schemeClr val="accent3"/>
                </a:solidFill>
              </a:rPr>
              <a:t>conectado</a:t>
            </a:r>
            <a:r>
              <a:rPr lang="en-US" sz="1700" b="1" dirty="0">
                <a:solidFill>
                  <a:schemeClr val="accent3"/>
                </a:solidFill>
              </a:rPr>
              <a:t> a la </a:t>
            </a:r>
            <a:r>
              <a:rPr lang="en-US" sz="1700" b="1" dirty="0" err="1">
                <a:solidFill>
                  <a:schemeClr val="accent3"/>
                </a:solidFill>
              </a:rPr>
              <a:t>linea</a:t>
            </a:r>
            <a:r>
              <a:rPr lang="en-US" sz="1700" b="1" dirty="0">
                <a:solidFill>
                  <a:schemeClr val="accent3"/>
                </a:solidFill>
              </a:rPr>
              <a:t> UPS,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garantizando</a:t>
            </a:r>
            <a:r>
              <a:rPr lang="en-US" sz="1700" dirty="0">
                <a:solidFill>
                  <a:schemeClr val="accent3"/>
                </a:solidFill>
              </a:rPr>
              <a:t> mas </a:t>
            </a:r>
            <a:r>
              <a:rPr lang="en-US" sz="1700" dirty="0" err="1">
                <a:solidFill>
                  <a:schemeClr val="accent3"/>
                </a:solidFill>
              </a:rPr>
              <a:t>tiempo</a:t>
            </a:r>
            <a:r>
              <a:rPr lang="en-US" sz="1700" dirty="0">
                <a:solidFill>
                  <a:schemeClr val="accent3"/>
                </a:solidFill>
              </a:rPr>
              <a:t> de uptime de </a:t>
            </a:r>
            <a:r>
              <a:rPr lang="en-US" sz="1700" dirty="0" err="1">
                <a:solidFill>
                  <a:schemeClr val="accent3"/>
                </a:solidFill>
              </a:rPr>
              <a:t>los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servicios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productivos</a:t>
            </a:r>
            <a:r>
              <a:rPr lang="en-US" sz="1700" dirty="0">
                <a:solidFill>
                  <a:schemeClr val="accent3"/>
                </a:solidFill>
              </a:rPr>
              <a:t>.</a:t>
            </a:r>
            <a:endParaRPr sz="1700" dirty="0">
              <a:solidFill>
                <a:schemeClr val="accent3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8">
          <a:extLst>
            <a:ext uri="{FF2B5EF4-FFF2-40B4-BE49-F238E27FC236}">
              <a16:creationId xmlns:a16="http://schemas.microsoft.com/office/drawing/2014/main" id="{369B07CD-E8D6-B1C8-E254-35949937E0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38">
            <a:extLst>
              <a:ext uri="{FF2B5EF4-FFF2-40B4-BE49-F238E27FC236}">
                <a16:creationId xmlns:a16="http://schemas.microsoft.com/office/drawing/2014/main" id="{501ACD83-DDD9-23FB-EBFA-055E179A08D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12550" y="516275"/>
            <a:ext cx="5652000" cy="32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Aires acondicionados</a:t>
            </a:r>
            <a:endParaRPr dirty="0"/>
          </a:p>
        </p:txBody>
      </p:sp>
      <p:sp>
        <p:nvSpPr>
          <p:cNvPr id="251" name="Google Shape;251;p38">
            <a:extLst>
              <a:ext uri="{FF2B5EF4-FFF2-40B4-BE49-F238E27FC236}">
                <a16:creationId xmlns:a16="http://schemas.microsoft.com/office/drawing/2014/main" id="{743D338A-4FC2-6777-F46D-536381DEF51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244530" y="1522568"/>
            <a:ext cx="6272168" cy="227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3"/>
                </a:solidFill>
              </a:rPr>
              <a:t>Hay dos </a:t>
            </a:r>
            <a:r>
              <a:rPr lang="en-US" sz="2400" dirty="0" err="1">
                <a:solidFill>
                  <a:schemeClr val="accent3"/>
                </a:solidFill>
              </a:rPr>
              <a:t>unidades</a:t>
            </a:r>
            <a:r>
              <a:rPr lang="en-US" sz="2400" dirty="0">
                <a:solidFill>
                  <a:schemeClr val="accent3"/>
                </a:solidFill>
              </a:rPr>
              <a:t> </a:t>
            </a:r>
            <a:r>
              <a:rPr lang="en-US" sz="2400" dirty="0" err="1">
                <a:solidFill>
                  <a:schemeClr val="accent3"/>
                </a:solidFill>
              </a:rPr>
              <a:t>en</a:t>
            </a:r>
            <a:r>
              <a:rPr lang="en-US" sz="2400" dirty="0">
                <a:solidFill>
                  <a:schemeClr val="accent3"/>
                </a:solidFill>
              </a:rPr>
              <a:t> la sala, solo </a:t>
            </a:r>
            <a:r>
              <a:rPr lang="en-US" sz="2400" dirty="0" err="1">
                <a:solidFill>
                  <a:schemeClr val="accent3"/>
                </a:solidFill>
              </a:rPr>
              <a:t>una</a:t>
            </a:r>
            <a:r>
              <a:rPr lang="en-US" sz="2400" dirty="0">
                <a:solidFill>
                  <a:schemeClr val="accent3"/>
                </a:solidFill>
              </a:rPr>
              <a:t> de </a:t>
            </a:r>
            <a:r>
              <a:rPr lang="en-US" sz="2400" dirty="0" err="1">
                <a:solidFill>
                  <a:schemeClr val="accent3"/>
                </a:solidFill>
              </a:rPr>
              <a:t>ellas</a:t>
            </a:r>
            <a:r>
              <a:rPr lang="en-US" sz="2400" dirty="0">
                <a:solidFill>
                  <a:schemeClr val="accent3"/>
                </a:solidFill>
              </a:rPr>
              <a:t> </a:t>
            </a:r>
            <a:r>
              <a:rPr lang="en-US" sz="2400" dirty="0" err="1">
                <a:solidFill>
                  <a:schemeClr val="accent3"/>
                </a:solidFill>
              </a:rPr>
              <a:t>esta</a:t>
            </a:r>
            <a:r>
              <a:rPr lang="en-US" sz="2400" dirty="0">
                <a:solidFill>
                  <a:schemeClr val="accent3"/>
                </a:solidFill>
              </a:rPr>
              <a:t> </a:t>
            </a:r>
            <a:r>
              <a:rPr lang="en-US" sz="2400" dirty="0" err="1">
                <a:solidFill>
                  <a:schemeClr val="accent3"/>
                </a:solidFill>
              </a:rPr>
              <a:t>conectada</a:t>
            </a:r>
            <a:r>
              <a:rPr lang="en-US" sz="2400" dirty="0">
                <a:solidFill>
                  <a:schemeClr val="accent3"/>
                </a:solidFill>
              </a:rPr>
              <a:t> al </a:t>
            </a:r>
            <a:r>
              <a:rPr lang="en-US" sz="2400" dirty="0" err="1">
                <a:solidFill>
                  <a:schemeClr val="accent3"/>
                </a:solidFill>
              </a:rPr>
              <a:t>generador</a:t>
            </a:r>
            <a:r>
              <a:rPr lang="en-US" sz="2400" dirty="0">
                <a:solidFill>
                  <a:schemeClr val="accent3"/>
                </a:solidFill>
              </a:rPr>
              <a:t> para </a:t>
            </a:r>
            <a:r>
              <a:rPr lang="en-US" sz="2400" dirty="0" err="1">
                <a:solidFill>
                  <a:schemeClr val="accent3"/>
                </a:solidFill>
              </a:rPr>
              <a:t>consumir</a:t>
            </a:r>
            <a:r>
              <a:rPr lang="en-US" sz="2400" dirty="0">
                <a:solidFill>
                  <a:schemeClr val="accent3"/>
                </a:solidFill>
              </a:rPr>
              <a:t> </a:t>
            </a:r>
            <a:r>
              <a:rPr lang="en-US" sz="2400" dirty="0" err="1">
                <a:solidFill>
                  <a:schemeClr val="accent3"/>
                </a:solidFill>
              </a:rPr>
              <a:t>menos</a:t>
            </a:r>
            <a:r>
              <a:rPr lang="en-US" sz="2400" dirty="0">
                <a:solidFill>
                  <a:schemeClr val="accent3"/>
                </a:solidFill>
              </a:rPr>
              <a:t> </a:t>
            </a:r>
            <a:r>
              <a:rPr lang="en-US" sz="2400" dirty="0" err="1">
                <a:solidFill>
                  <a:schemeClr val="accent3"/>
                </a:solidFill>
              </a:rPr>
              <a:t>energia</a:t>
            </a:r>
            <a:r>
              <a:rPr lang="en-US" sz="2400" dirty="0">
                <a:solidFill>
                  <a:schemeClr val="accent3"/>
                </a:solidFill>
              </a:rPr>
              <a:t> </a:t>
            </a:r>
            <a:r>
              <a:rPr lang="en-US" sz="2400" dirty="0" err="1">
                <a:solidFill>
                  <a:schemeClr val="accent3"/>
                </a:solidFill>
              </a:rPr>
              <a:t>en</a:t>
            </a:r>
            <a:r>
              <a:rPr lang="en-US" sz="2400" dirty="0">
                <a:solidFill>
                  <a:schemeClr val="accent3"/>
                </a:solidFill>
              </a:rPr>
              <a:t> </a:t>
            </a:r>
            <a:r>
              <a:rPr lang="en-US" sz="2400" dirty="0" err="1">
                <a:solidFill>
                  <a:schemeClr val="accent3"/>
                </a:solidFill>
              </a:rPr>
              <a:t>caso</a:t>
            </a:r>
            <a:r>
              <a:rPr lang="en-US" sz="2400" dirty="0">
                <a:solidFill>
                  <a:schemeClr val="accent3"/>
                </a:solidFill>
              </a:rPr>
              <a:t> de corte de </a:t>
            </a:r>
            <a:r>
              <a:rPr lang="en-US" sz="2400" dirty="0" err="1">
                <a:solidFill>
                  <a:schemeClr val="accent3"/>
                </a:solidFill>
              </a:rPr>
              <a:t>suministro</a:t>
            </a:r>
            <a:r>
              <a:rPr lang="en-US" sz="2400" dirty="0">
                <a:solidFill>
                  <a:schemeClr val="accent3"/>
                </a:solidFill>
              </a:rPr>
              <a:t>. </a:t>
            </a:r>
            <a:r>
              <a:rPr lang="en-US" sz="2400" dirty="0" err="1">
                <a:solidFill>
                  <a:schemeClr val="accent3"/>
                </a:solidFill>
              </a:rPr>
              <a:t>Adicional</a:t>
            </a:r>
            <a:r>
              <a:rPr lang="en-US" sz="2400" dirty="0">
                <a:solidFill>
                  <a:schemeClr val="accent3"/>
                </a:solidFill>
              </a:rPr>
              <a:t> a </a:t>
            </a:r>
            <a:r>
              <a:rPr lang="en-US" sz="2400" dirty="0" err="1">
                <a:solidFill>
                  <a:schemeClr val="accent3"/>
                </a:solidFill>
              </a:rPr>
              <a:t>ellos</a:t>
            </a:r>
            <a:r>
              <a:rPr lang="en-US" sz="2400" dirty="0">
                <a:solidFill>
                  <a:schemeClr val="accent3"/>
                </a:solidFill>
              </a:rPr>
              <a:t> hay un display de </a:t>
            </a:r>
            <a:r>
              <a:rPr lang="en-US" sz="2400" dirty="0" err="1">
                <a:solidFill>
                  <a:schemeClr val="accent3"/>
                </a:solidFill>
              </a:rPr>
              <a:t>temperatura</a:t>
            </a:r>
            <a:r>
              <a:rPr lang="en-US" sz="2400" dirty="0">
                <a:solidFill>
                  <a:schemeClr val="accent3"/>
                </a:solidFill>
              </a:rPr>
              <a:t> </a:t>
            </a:r>
            <a:r>
              <a:rPr lang="en-US" sz="2400" dirty="0" err="1">
                <a:solidFill>
                  <a:schemeClr val="accent3"/>
                </a:solidFill>
              </a:rPr>
              <a:t>ambiente</a:t>
            </a:r>
            <a:endParaRPr lang="en-US" sz="2400" dirty="0">
              <a:solidFill>
                <a:schemeClr val="accent3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700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911925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8">
          <a:extLst>
            <a:ext uri="{FF2B5EF4-FFF2-40B4-BE49-F238E27FC236}">
              <a16:creationId xmlns:a16="http://schemas.microsoft.com/office/drawing/2014/main" id="{90254B34-FBAF-F0B4-B348-1681E4430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38">
            <a:extLst>
              <a:ext uri="{FF2B5EF4-FFF2-40B4-BE49-F238E27FC236}">
                <a16:creationId xmlns:a16="http://schemas.microsoft.com/office/drawing/2014/main" id="{EFB594E9-FE99-82D2-D264-04AC43AC20A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67732" y="899048"/>
            <a:ext cx="5652000" cy="32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Alta disponibilidad  en emergencia</a:t>
            </a:r>
            <a:endParaRPr dirty="0"/>
          </a:p>
        </p:txBody>
      </p:sp>
      <p:sp>
        <p:nvSpPr>
          <p:cNvPr id="251" name="Google Shape;251;p38">
            <a:extLst>
              <a:ext uri="{FF2B5EF4-FFF2-40B4-BE49-F238E27FC236}">
                <a16:creationId xmlns:a16="http://schemas.microsoft.com/office/drawing/2014/main" id="{EBFC67E3-9217-4CDB-D97B-5DB64BCFAAD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531609" y="2088310"/>
            <a:ext cx="6272168" cy="227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accent3"/>
                </a:solidFill>
              </a:rPr>
              <a:t>Si </a:t>
            </a:r>
            <a:r>
              <a:rPr lang="en-US" sz="2000" dirty="0" err="1">
                <a:solidFill>
                  <a:schemeClr val="accent3"/>
                </a:solidFill>
              </a:rPr>
              <a:t>el</a:t>
            </a:r>
            <a:r>
              <a:rPr lang="en-US" sz="2000" dirty="0">
                <a:solidFill>
                  <a:schemeClr val="accent3"/>
                </a:solidFill>
              </a:rPr>
              <a:t> </a:t>
            </a:r>
            <a:r>
              <a:rPr lang="en-US" sz="2000" dirty="0" err="1">
                <a:solidFill>
                  <a:schemeClr val="accent3"/>
                </a:solidFill>
              </a:rPr>
              <a:t>servicio</a:t>
            </a:r>
            <a:r>
              <a:rPr lang="en-US" sz="2000" dirty="0">
                <a:solidFill>
                  <a:schemeClr val="accent3"/>
                </a:solidFill>
              </a:rPr>
              <a:t> </a:t>
            </a:r>
            <a:r>
              <a:rPr lang="en-US" sz="2000" dirty="0" err="1">
                <a:solidFill>
                  <a:schemeClr val="accent3"/>
                </a:solidFill>
              </a:rPr>
              <a:t>cae</a:t>
            </a:r>
            <a:r>
              <a:rPr lang="en-US" sz="2000" dirty="0">
                <a:solidFill>
                  <a:schemeClr val="accent3"/>
                </a:solidFill>
              </a:rPr>
              <a:t> </a:t>
            </a:r>
            <a:r>
              <a:rPr lang="en-US" sz="2000" dirty="0" err="1">
                <a:solidFill>
                  <a:schemeClr val="accent3"/>
                </a:solidFill>
              </a:rPr>
              <a:t>completamente</a:t>
            </a:r>
            <a:r>
              <a:rPr lang="en-US" sz="2000" dirty="0">
                <a:solidFill>
                  <a:schemeClr val="accent3"/>
                </a:solidFill>
              </a:rPr>
              <a:t> se </a:t>
            </a:r>
            <a:r>
              <a:rPr lang="en-US" sz="2000" dirty="0" err="1">
                <a:solidFill>
                  <a:schemeClr val="accent3"/>
                </a:solidFill>
              </a:rPr>
              <a:t>activa</a:t>
            </a:r>
            <a:r>
              <a:rPr lang="en-US" sz="2000" dirty="0">
                <a:solidFill>
                  <a:schemeClr val="accent3"/>
                </a:solidFill>
              </a:rPr>
              <a:t> </a:t>
            </a:r>
            <a:r>
              <a:rPr lang="en-US" sz="2000" dirty="0" err="1">
                <a:solidFill>
                  <a:schemeClr val="accent3"/>
                </a:solidFill>
              </a:rPr>
              <a:t>DisasterRecovery</a:t>
            </a:r>
            <a:r>
              <a:rPr lang="en-US" sz="2000" dirty="0">
                <a:solidFill>
                  <a:schemeClr val="accent3"/>
                </a:solidFill>
              </a:rPr>
              <a:t>, </a:t>
            </a:r>
            <a:r>
              <a:rPr lang="en-US" sz="2000" dirty="0" err="1">
                <a:solidFill>
                  <a:schemeClr val="accent3"/>
                </a:solidFill>
              </a:rPr>
              <a:t>este</a:t>
            </a:r>
            <a:r>
              <a:rPr lang="en-US" sz="2000" dirty="0">
                <a:solidFill>
                  <a:schemeClr val="accent3"/>
                </a:solidFill>
              </a:rPr>
              <a:t> </a:t>
            </a:r>
            <a:r>
              <a:rPr lang="en-US" sz="2000" dirty="0" err="1">
                <a:solidFill>
                  <a:schemeClr val="accent3"/>
                </a:solidFill>
              </a:rPr>
              <a:t>esta</a:t>
            </a:r>
            <a:r>
              <a:rPr lang="en-US" sz="2000" dirty="0">
                <a:solidFill>
                  <a:schemeClr val="accent3"/>
                </a:solidFill>
              </a:rPr>
              <a:t> </a:t>
            </a:r>
            <a:r>
              <a:rPr lang="en-US" sz="2000" dirty="0" err="1">
                <a:solidFill>
                  <a:schemeClr val="accent3"/>
                </a:solidFill>
              </a:rPr>
              <a:t>configurado</a:t>
            </a:r>
            <a:r>
              <a:rPr lang="en-US" sz="2000" dirty="0">
                <a:solidFill>
                  <a:schemeClr val="accent3"/>
                </a:solidFill>
              </a:rPr>
              <a:t> para pasar </a:t>
            </a:r>
            <a:r>
              <a:rPr lang="en-US" sz="2000" dirty="0" err="1">
                <a:solidFill>
                  <a:schemeClr val="accent3"/>
                </a:solidFill>
              </a:rPr>
              <a:t>el</a:t>
            </a:r>
            <a:r>
              <a:rPr lang="en-US" sz="2000" dirty="0">
                <a:solidFill>
                  <a:schemeClr val="accent3"/>
                </a:solidFill>
              </a:rPr>
              <a:t> </a:t>
            </a:r>
            <a:r>
              <a:rPr lang="en-US" sz="2000" dirty="0" err="1">
                <a:solidFill>
                  <a:schemeClr val="accent3"/>
                </a:solidFill>
              </a:rPr>
              <a:t>servicio</a:t>
            </a:r>
            <a:r>
              <a:rPr lang="en-US" sz="2000" dirty="0">
                <a:solidFill>
                  <a:schemeClr val="accent3"/>
                </a:solidFill>
              </a:rPr>
              <a:t> </a:t>
            </a:r>
            <a:r>
              <a:rPr lang="en-US" sz="2000" dirty="0" err="1">
                <a:solidFill>
                  <a:schemeClr val="accent3"/>
                </a:solidFill>
              </a:rPr>
              <a:t>productivo</a:t>
            </a:r>
            <a:r>
              <a:rPr lang="en-US" sz="2000" dirty="0">
                <a:solidFill>
                  <a:schemeClr val="accent3"/>
                </a:solidFill>
              </a:rPr>
              <a:t> (PROD), cambia la </a:t>
            </a:r>
            <a:r>
              <a:rPr lang="en-US" sz="2000" dirty="0" err="1">
                <a:solidFill>
                  <a:schemeClr val="accent3"/>
                </a:solidFill>
              </a:rPr>
              <a:t>ruta</a:t>
            </a:r>
            <a:r>
              <a:rPr lang="en-US" sz="2000" dirty="0">
                <a:solidFill>
                  <a:schemeClr val="accent3"/>
                </a:solidFill>
              </a:rPr>
              <a:t> DNS al </a:t>
            </a:r>
            <a:r>
              <a:rPr lang="en-US" sz="2000" dirty="0" err="1">
                <a:solidFill>
                  <a:schemeClr val="accent3"/>
                </a:solidFill>
              </a:rPr>
              <a:t>servidor</a:t>
            </a:r>
            <a:r>
              <a:rPr lang="en-US" sz="2000" dirty="0">
                <a:solidFill>
                  <a:schemeClr val="accent3"/>
                </a:solidFill>
              </a:rPr>
              <a:t> PROD </a:t>
            </a:r>
            <a:r>
              <a:rPr lang="en-US" sz="2000" dirty="0" err="1">
                <a:solidFill>
                  <a:schemeClr val="accent3"/>
                </a:solidFill>
              </a:rPr>
              <a:t>instalado</a:t>
            </a:r>
            <a:r>
              <a:rPr lang="en-US" sz="2000" dirty="0">
                <a:solidFill>
                  <a:schemeClr val="accent3"/>
                </a:solidFill>
              </a:rPr>
              <a:t> </a:t>
            </a:r>
            <a:r>
              <a:rPr lang="en-US" sz="2000" dirty="0" err="1">
                <a:solidFill>
                  <a:schemeClr val="accent3"/>
                </a:solidFill>
              </a:rPr>
              <a:t>en</a:t>
            </a:r>
            <a:r>
              <a:rPr lang="en-US" sz="2000" dirty="0">
                <a:solidFill>
                  <a:schemeClr val="accent3"/>
                </a:solidFill>
              </a:rPr>
              <a:t> CABA, </a:t>
            </a:r>
            <a:r>
              <a:rPr lang="en-US" sz="2000" dirty="0" err="1">
                <a:solidFill>
                  <a:schemeClr val="accent3"/>
                </a:solidFill>
              </a:rPr>
              <a:t>redirigiendo</a:t>
            </a:r>
            <a:r>
              <a:rPr lang="en-US" sz="2000" dirty="0">
                <a:solidFill>
                  <a:schemeClr val="accent3"/>
                </a:solidFill>
              </a:rPr>
              <a:t> </a:t>
            </a:r>
            <a:r>
              <a:rPr lang="en-US" sz="2000" dirty="0" err="1">
                <a:solidFill>
                  <a:schemeClr val="accent3"/>
                </a:solidFill>
              </a:rPr>
              <a:t>el</a:t>
            </a:r>
            <a:r>
              <a:rPr lang="en-US" sz="2000" dirty="0">
                <a:solidFill>
                  <a:schemeClr val="accent3"/>
                </a:solidFill>
              </a:rPr>
              <a:t> </a:t>
            </a:r>
            <a:r>
              <a:rPr lang="en-US" sz="2000" dirty="0" err="1">
                <a:solidFill>
                  <a:schemeClr val="accent3"/>
                </a:solidFill>
              </a:rPr>
              <a:t>trafico</a:t>
            </a:r>
            <a:r>
              <a:rPr lang="en-US" sz="2000" dirty="0">
                <a:solidFill>
                  <a:schemeClr val="accent3"/>
                </a:solidFill>
              </a:rPr>
              <a:t>.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700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78406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8">
          <a:extLst>
            <a:ext uri="{FF2B5EF4-FFF2-40B4-BE49-F238E27FC236}">
              <a16:creationId xmlns:a16="http://schemas.microsoft.com/office/drawing/2014/main" id="{9A49ECF4-8CAD-C38F-6C55-D42EB8092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38">
            <a:extLst>
              <a:ext uri="{FF2B5EF4-FFF2-40B4-BE49-F238E27FC236}">
                <a16:creationId xmlns:a16="http://schemas.microsoft.com/office/drawing/2014/main" id="{70B37976-A98F-6B61-5355-0CE9F3BED96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67732" y="899048"/>
            <a:ext cx="5652000" cy="32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Log de eventos</a:t>
            </a:r>
            <a:endParaRPr dirty="0"/>
          </a:p>
        </p:txBody>
      </p:sp>
      <p:sp>
        <p:nvSpPr>
          <p:cNvPr id="251" name="Google Shape;251;p38">
            <a:extLst>
              <a:ext uri="{FF2B5EF4-FFF2-40B4-BE49-F238E27FC236}">
                <a16:creationId xmlns:a16="http://schemas.microsoft.com/office/drawing/2014/main" id="{014FC5BA-52E2-8877-32C8-F518E6AABE18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287060" y="1971352"/>
            <a:ext cx="6453442" cy="227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 algn="just">
              <a:buNone/>
            </a:pPr>
            <a:r>
              <a:rPr lang="es-AR" sz="1800" dirty="0"/>
              <a:t>Se escribirán logs de los distintos eventos que se sucedan, tales como cambios de suministro, apagados/encendidos de equipos, variaciones de temperatura, etc. Pueden utilizarse para generar gráficos estadísticos o ser exportadas para una mejor visualización.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700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09343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3">
          <a:extLst>
            <a:ext uri="{FF2B5EF4-FFF2-40B4-BE49-F238E27FC236}">
              <a16:creationId xmlns:a16="http://schemas.microsoft.com/office/drawing/2014/main" id="{CE0A0D3B-3BB1-EF1C-4225-7B49489DA0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5">
            <a:extLst>
              <a:ext uri="{FF2B5EF4-FFF2-40B4-BE49-F238E27FC236}">
                <a16:creationId xmlns:a16="http://schemas.microsoft.com/office/drawing/2014/main" id="{37819A83-4407-7CEE-AE4C-F5E5CE0BD9B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12550" y="516275"/>
            <a:ext cx="5652000" cy="32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Temperatura ambiente</a:t>
            </a:r>
            <a:endParaRPr dirty="0"/>
          </a:p>
        </p:txBody>
      </p:sp>
      <p:sp>
        <p:nvSpPr>
          <p:cNvPr id="305" name="Google Shape;305;p45">
            <a:extLst>
              <a:ext uri="{FF2B5EF4-FFF2-40B4-BE49-F238E27FC236}">
                <a16:creationId xmlns:a16="http://schemas.microsoft.com/office/drawing/2014/main" id="{790BE37C-141C-2004-11D8-0270FCB9FD84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542766" y="1291514"/>
            <a:ext cx="5729906" cy="297335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r>
              <a:rPr lang="es-AR" sz="2000" dirty="0"/>
              <a:t>La temperatura ambiente de operación estable para el funcionamiento de los servidores es de hasta 30 °C. Superado este valor, se produce un apagado automático de los servidores como medida de precaución. Cuando la temperatura desciende por debajo de los 24 °C, los servidores se encienden nuevamente de forma automática. Todo esto esta monitorizado con un </a:t>
            </a:r>
            <a:r>
              <a:rPr lang="es-AR" sz="2000" dirty="0" err="1"/>
              <a:t>display</a:t>
            </a:r>
            <a:r>
              <a:rPr lang="es-AR" sz="2000" dirty="0"/>
              <a:t>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924216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4"/>
          <p:cNvSpPr txBox="1">
            <a:spLocks noGrp="1"/>
          </p:cNvSpPr>
          <p:nvPr>
            <p:ph type="subTitle" idx="1"/>
          </p:nvPr>
        </p:nvSpPr>
        <p:spPr>
          <a:xfrm>
            <a:off x="1468550" y="1660461"/>
            <a:ext cx="7313100" cy="1646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Conclusión</a:t>
            </a:r>
            <a:endParaRPr dirty="0"/>
          </a:p>
        </p:txBody>
      </p:sp>
      <p:sp>
        <p:nvSpPr>
          <p:cNvPr id="297" name="Google Shape;297;p44"/>
          <p:cNvSpPr/>
          <p:nvPr/>
        </p:nvSpPr>
        <p:spPr>
          <a:xfrm rot="5400000">
            <a:off x="1060635" y="1366417"/>
            <a:ext cx="507900" cy="274800"/>
          </a:xfrm>
          <a:prstGeom prst="triangle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8" name="Google Shape;298;p44"/>
          <p:cNvSpPr txBox="1">
            <a:spLocks noGrp="1"/>
          </p:cNvSpPr>
          <p:nvPr>
            <p:ph type="subTitle" idx="2"/>
          </p:nvPr>
        </p:nvSpPr>
        <p:spPr>
          <a:xfrm>
            <a:off x="1563531" y="2811447"/>
            <a:ext cx="4641600" cy="50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/>
              <a:t>Resultados</a:t>
            </a:r>
            <a:r>
              <a:rPr lang="en-US" sz="1400" dirty="0"/>
              <a:t> y </a:t>
            </a:r>
            <a:r>
              <a:rPr lang="en-US" sz="1400" dirty="0" err="1"/>
              <a:t>recomendaciones</a:t>
            </a:r>
            <a:endParaRPr sz="14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99" name="Google Shape;299;p44"/>
          <p:cNvSpPr txBox="1">
            <a:spLocks noGrp="1"/>
          </p:cNvSpPr>
          <p:nvPr>
            <p:ph type="title"/>
          </p:nvPr>
        </p:nvSpPr>
        <p:spPr>
          <a:xfrm>
            <a:off x="1468552" y="790708"/>
            <a:ext cx="2155500" cy="1426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05.</a:t>
            </a:r>
            <a:endParaRPr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52"/>
          <p:cNvSpPr txBox="1">
            <a:spLocks noGrp="1"/>
          </p:cNvSpPr>
          <p:nvPr>
            <p:ph type="title"/>
          </p:nvPr>
        </p:nvSpPr>
        <p:spPr>
          <a:xfrm>
            <a:off x="876515" y="947255"/>
            <a:ext cx="5652000" cy="32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Obtenemos</a:t>
            </a:r>
            <a:endParaRPr dirty="0"/>
          </a:p>
        </p:txBody>
      </p:sp>
      <p:sp>
        <p:nvSpPr>
          <p:cNvPr id="374" name="Google Shape;374;p52"/>
          <p:cNvSpPr txBox="1">
            <a:spLocks noGrp="1"/>
          </p:cNvSpPr>
          <p:nvPr>
            <p:ph type="subTitle" idx="1"/>
          </p:nvPr>
        </p:nvSpPr>
        <p:spPr>
          <a:xfrm>
            <a:off x="901238" y="1860053"/>
            <a:ext cx="2224800" cy="36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Monitoreo</a:t>
            </a:r>
            <a:endParaRPr/>
          </a:p>
        </p:txBody>
      </p:sp>
      <p:sp>
        <p:nvSpPr>
          <p:cNvPr id="375" name="Google Shape;375;p52"/>
          <p:cNvSpPr txBox="1">
            <a:spLocks noGrp="1"/>
          </p:cNvSpPr>
          <p:nvPr>
            <p:ph type="subTitle" idx="2"/>
          </p:nvPr>
        </p:nvSpPr>
        <p:spPr>
          <a:xfrm>
            <a:off x="856838" y="2115927"/>
            <a:ext cx="2269200" cy="64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Suministro electrico, temperatura, servidores</a:t>
            </a:r>
            <a:endParaRPr dirty="0"/>
          </a:p>
        </p:txBody>
      </p:sp>
      <p:sp>
        <p:nvSpPr>
          <p:cNvPr id="376" name="Google Shape;376;p52"/>
          <p:cNvSpPr txBox="1">
            <a:spLocks noGrp="1"/>
          </p:cNvSpPr>
          <p:nvPr>
            <p:ph type="subTitle" idx="3"/>
          </p:nvPr>
        </p:nvSpPr>
        <p:spPr>
          <a:xfrm>
            <a:off x="923438" y="3278547"/>
            <a:ext cx="2224800" cy="36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Logs</a:t>
            </a:r>
            <a:endParaRPr/>
          </a:p>
        </p:txBody>
      </p:sp>
      <p:sp>
        <p:nvSpPr>
          <p:cNvPr id="377" name="Google Shape;377;p52"/>
          <p:cNvSpPr txBox="1">
            <a:spLocks noGrp="1"/>
          </p:cNvSpPr>
          <p:nvPr>
            <p:ph type="subTitle" idx="4"/>
          </p:nvPr>
        </p:nvSpPr>
        <p:spPr>
          <a:xfrm>
            <a:off x="879042" y="3534424"/>
            <a:ext cx="2269200" cy="64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Estadisticas y monitoreo de los eventos</a:t>
            </a:r>
            <a:endParaRPr dirty="0"/>
          </a:p>
        </p:txBody>
      </p:sp>
      <p:sp>
        <p:nvSpPr>
          <p:cNvPr id="378" name="Google Shape;378;p52"/>
          <p:cNvSpPr txBox="1">
            <a:spLocks noGrp="1"/>
          </p:cNvSpPr>
          <p:nvPr>
            <p:ph type="subTitle" idx="5"/>
          </p:nvPr>
        </p:nvSpPr>
        <p:spPr>
          <a:xfrm>
            <a:off x="5815942" y="3076525"/>
            <a:ext cx="2224800" cy="36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Disponibilidad</a:t>
            </a:r>
            <a:endParaRPr dirty="0"/>
          </a:p>
        </p:txBody>
      </p:sp>
      <p:sp>
        <p:nvSpPr>
          <p:cNvPr id="379" name="Google Shape;379;p52"/>
          <p:cNvSpPr txBox="1">
            <a:spLocks noGrp="1"/>
          </p:cNvSpPr>
          <p:nvPr>
            <p:ph type="subTitle" idx="6"/>
          </p:nvPr>
        </p:nvSpPr>
        <p:spPr>
          <a:xfrm>
            <a:off x="5815949" y="3332402"/>
            <a:ext cx="2269200" cy="64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UPS, Generador, DisasterRecovery</a:t>
            </a:r>
            <a:endParaRPr dirty="0"/>
          </a:p>
        </p:txBody>
      </p:sp>
      <p:sp>
        <p:nvSpPr>
          <p:cNvPr id="380" name="Google Shape;380;p52"/>
          <p:cNvSpPr txBox="1">
            <a:spLocks noGrp="1"/>
          </p:cNvSpPr>
          <p:nvPr>
            <p:ph type="subTitle" idx="7"/>
          </p:nvPr>
        </p:nvSpPr>
        <p:spPr>
          <a:xfrm>
            <a:off x="5794678" y="1629883"/>
            <a:ext cx="2224800" cy="36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Temperaturas</a:t>
            </a:r>
            <a:endParaRPr dirty="0"/>
          </a:p>
        </p:txBody>
      </p:sp>
      <p:sp>
        <p:nvSpPr>
          <p:cNvPr id="381" name="Google Shape;381;p52"/>
          <p:cNvSpPr txBox="1">
            <a:spLocks noGrp="1"/>
          </p:cNvSpPr>
          <p:nvPr>
            <p:ph type="subTitle" idx="8"/>
          </p:nvPr>
        </p:nvSpPr>
        <p:spPr>
          <a:xfrm>
            <a:off x="5794680" y="1885752"/>
            <a:ext cx="2269200" cy="64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Max 30*C ,  Estable &lt; 24*C</a:t>
            </a:r>
            <a:endParaRPr dirty="0"/>
          </a:p>
        </p:txBody>
      </p:sp>
      <p:sp>
        <p:nvSpPr>
          <p:cNvPr id="382" name="Google Shape;382;p52"/>
          <p:cNvSpPr/>
          <p:nvPr/>
        </p:nvSpPr>
        <p:spPr>
          <a:xfrm rot="-5400000">
            <a:off x="3090179" y="2001536"/>
            <a:ext cx="252600" cy="136500"/>
          </a:xfrm>
          <a:prstGeom prst="triangle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3" name="Google Shape;383;p52"/>
          <p:cNvSpPr/>
          <p:nvPr/>
        </p:nvSpPr>
        <p:spPr>
          <a:xfrm rot="-5400000">
            <a:off x="3090179" y="3416286"/>
            <a:ext cx="252600" cy="136500"/>
          </a:xfrm>
          <a:prstGeom prst="triangle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4" name="Google Shape;384;p52"/>
          <p:cNvSpPr/>
          <p:nvPr/>
        </p:nvSpPr>
        <p:spPr>
          <a:xfrm rot="5400000" flipH="1">
            <a:off x="5642649" y="1778252"/>
            <a:ext cx="252600" cy="136500"/>
          </a:xfrm>
          <a:prstGeom prst="triangle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5" name="Google Shape;385;p52"/>
          <p:cNvSpPr/>
          <p:nvPr/>
        </p:nvSpPr>
        <p:spPr>
          <a:xfrm rot="5400000" flipH="1">
            <a:off x="5642649" y="3193002"/>
            <a:ext cx="252600" cy="136500"/>
          </a:xfrm>
          <a:prstGeom prst="triangle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86" name="Google Shape;386;p52"/>
          <p:cNvGrpSpPr/>
          <p:nvPr/>
        </p:nvGrpSpPr>
        <p:grpSpPr>
          <a:xfrm>
            <a:off x="3699565" y="2009597"/>
            <a:ext cx="1575677" cy="1738571"/>
            <a:chOff x="3863508" y="1892640"/>
            <a:chExt cx="1575677" cy="1738571"/>
          </a:xfrm>
        </p:grpSpPr>
        <p:sp>
          <p:nvSpPr>
            <p:cNvPr id="387" name="Google Shape;387;p52"/>
            <p:cNvSpPr/>
            <p:nvPr/>
          </p:nvSpPr>
          <p:spPr>
            <a:xfrm>
              <a:off x="4619307" y="2196172"/>
              <a:ext cx="719087" cy="713535"/>
            </a:xfrm>
            <a:custGeom>
              <a:avLst/>
              <a:gdLst/>
              <a:ahLst/>
              <a:cxnLst/>
              <a:rect l="l" t="t" r="r" b="b"/>
              <a:pathLst>
                <a:path w="25486" h="25278" extrusionOk="0">
                  <a:moveTo>
                    <a:pt x="12746" y="4905"/>
                  </a:moveTo>
                  <a:cubicBezTo>
                    <a:pt x="13701" y="4905"/>
                    <a:pt x="14672" y="5083"/>
                    <a:pt x="15613" y="5460"/>
                  </a:cubicBezTo>
                  <a:cubicBezTo>
                    <a:pt x="19580" y="7047"/>
                    <a:pt x="21508" y="11545"/>
                    <a:pt x="19923" y="15511"/>
                  </a:cubicBezTo>
                  <a:cubicBezTo>
                    <a:pt x="18714" y="18534"/>
                    <a:pt x="15811" y="20374"/>
                    <a:pt x="12742" y="20374"/>
                  </a:cubicBezTo>
                  <a:cubicBezTo>
                    <a:pt x="11786" y="20374"/>
                    <a:pt x="10814" y="20196"/>
                    <a:pt x="9873" y="19819"/>
                  </a:cubicBezTo>
                  <a:cubicBezTo>
                    <a:pt x="5908" y="18234"/>
                    <a:pt x="3978" y="13734"/>
                    <a:pt x="5563" y="9769"/>
                  </a:cubicBezTo>
                  <a:cubicBezTo>
                    <a:pt x="6772" y="6745"/>
                    <a:pt x="9676" y="4905"/>
                    <a:pt x="12746" y="4905"/>
                  </a:cubicBezTo>
                  <a:close/>
                  <a:moveTo>
                    <a:pt x="15551" y="1"/>
                  </a:moveTo>
                  <a:cubicBezTo>
                    <a:pt x="15240" y="1"/>
                    <a:pt x="14946" y="187"/>
                    <a:pt x="14824" y="492"/>
                  </a:cubicBezTo>
                  <a:lnTo>
                    <a:pt x="14047" y="2435"/>
                  </a:lnTo>
                  <a:cubicBezTo>
                    <a:pt x="13612" y="2378"/>
                    <a:pt x="13174" y="2350"/>
                    <a:pt x="12736" y="2350"/>
                  </a:cubicBezTo>
                  <a:cubicBezTo>
                    <a:pt x="12218" y="2350"/>
                    <a:pt x="11700" y="2390"/>
                    <a:pt x="11187" y="2469"/>
                  </a:cubicBezTo>
                  <a:lnTo>
                    <a:pt x="10364" y="547"/>
                  </a:lnTo>
                  <a:cubicBezTo>
                    <a:pt x="10238" y="251"/>
                    <a:pt x="9949" y="73"/>
                    <a:pt x="9646" y="73"/>
                  </a:cubicBezTo>
                  <a:cubicBezTo>
                    <a:pt x="9543" y="73"/>
                    <a:pt x="9438" y="93"/>
                    <a:pt x="9338" y="137"/>
                  </a:cubicBezTo>
                  <a:lnTo>
                    <a:pt x="6036" y="1553"/>
                  </a:lnTo>
                  <a:cubicBezTo>
                    <a:pt x="5640" y="1722"/>
                    <a:pt x="5456" y="2182"/>
                    <a:pt x="5626" y="2579"/>
                  </a:cubicBezTo>
                  <a:lnTo>
                    <a:pt x="6449" y="4501"/>
                  </a:lnTo>
                  <a:cubicBezTo>
                    <a:pt x="5690" y="5085"/>
                    <a:pt x="5019" y="5775"/>
                    <a:pt x="4452" y="6549"/>
                  </a:cubicBezTo>
                  <a:lnTo>
                    <a:pt x="2510" y="5772"/>
                  </a:lnTo>
                  <a:cubicBezTo>
                    <a:pt x="2414" y="5734"/>
                    <a:pt x="2316" y="5716"/>
                    <a:pt x="2219" y="5716"/>
                  </a:cubicBezTo>
                  <a:cubicBezTo>
                    <a:pt x="1910" y="5716"/>
                    <a:pt x="1616" y="5901"/>
                    <a:pt x="1493" y="6208"/>
                  </a:cubicBezTo>
                  <a:lnTo>
                    <a:pt x="161" y="9542"/>
                  </a:lnTo>
                  <a:cubicBezTo>
                    <a:pt x="0" y="9944"/>
                    <a:pt x="194" y="10398"/>
                    <a:pt x="596" y="10558"/>
                  </a:cubicBezTo>
                  <a:lnTo>
                    <a:pt x="2537" y="11335"/>
                  </a:lnTo>
                  <a:cubicBezTo>
                    <a:pt x="2415" y="12285"/>
                    <a:pt x="2426" y="13249"/>
                    <a:pt x="2572" y="14195"/>
                  </a:cubicBezTo>
                  <a:lnTo>
                    <a:pt x="651" y="15018"/>
                  </a:lnTo>
                  <a:cubicBezTo>
                    <a:pt x="253" y="15189"/>
                    <a:pt x="71" y="15649"/>
                    <a:pt x="241" y="16046"/>
                  </a:cubicBezTo>
                  <a:lnTo>
                    <a:pt x="1655" y="19347"/>
                  </a:lnTo>
                  <a:cubicBezTo>
                    <a:pt x="1781" y="19643"/>
                    <a:pt x="2070" y="19821"/>
                    <a:pt x="2373" y="19821"/>
                  </a:cubicBezTo>
                  <a:cubicBezTo>
                    <a:pt x="2476" y="19821"/>
                    <a:pt x="2581" y="19800"/>
                    <a:pt x="2681" y="19756"/>
                  </a:cubicBezTo>
                  <a:lnTo>
                    <a:pt x="4603" y="18933"/>
                  </a:lnTo>
                  <a:cubicBezTo>
                    <a:pt x="5189" y="19692"/>
                    <a:pt x="5879" y="20365"/>
                    <a:pt x="6651" y="20930"/>
                  </a:cubicBezTo>
                  <a:lnTo>
                    <a:pt x="5874" y="22873"/>
                  </a:lnTo>
                  <a:cubicBezTo>
                    <a:pt x="5714" y="23273"/>
                    <a:pt x="5909" y="23728"/>
                    <a:pt x="6310" y="23888"/>
                  </a:cubicBezTo>
                  <a:lnTo>
                    <a:pt x="9645" y="25222"/>
                  </a:lnTo>
                  <a:cubicBezTo>
                    <a:pt x="9740" y="25260"/>
                    <a:pt x="9838" y="25278"/>
                    <a:pt x="9935" y="25278"/>
                  </a:cubicBezTo>
                  <a:cubicBezTo>
                    <a:pt x="10245" y="25278"/>
                    <a:pt x="10538" y="25092"/>
                    <a:pt x="10660" y="24786"/>
                  </a:cubicBezTo>
                  <a:lnTo>
                    <a:pt x="11437" y="22845"/>
                  </a:lnTo>
                  <a:cubicBezTo>
                    <a:pt x="11871" y="22901"/>
                    <a:pt x="12308" y="22929"/>
                    <a:pt x="12745" y="22929"/>
                  </a:cubicBezTo>
                  <a:cubicBezTo>
                    <a:pt x="13264" y="22929"/>
                    <a:pt x="13784" y="22889"/>
                    <a:pt x="14299" y="22810"/>
                  </a:cubicBezTo>
                  <a:lnTo>
                    <a:pt x="15122" y="24732"/>
                  </a:lnTo>
                  <a:cubicBezTo>
                    <a:pt x="15248" y="25028"/>
                    <a:pt x="15536" y="25206"/>
                    <a:pt x="15839" y="25206"/>
                  </a:cubicBezTo>
                  <a:cubicBezTo>
                    <a:pt x="15943" y="25206"/>
                    <a:pt x="16047" y="25185"/>
                    <a:pt x="16148" y="25142"/>
                  </a:cubicBezTo>
                  <a:lnTo>
                    <a:pt x="19449" y="23728"/>
                  </a:lnTo>
                  <a:cubicBezTo>
                    <a:pt x="19846" y="23558"/>
                    <a:pt x="20030" y="23098"/>
                    <a:pt x="19860" y="22701"/>
                  </a:cubicBezTo>
                  <a:lnTo>
                    <a:pt x="19037" y="20780"/>
                  </a:lnTo>
                  <a:cubicBezTo>
                    <a:pt x="19794" y="20194"/>
                    <a:pt x="20467" y="19503"/>
                    <a:pt x="21034" y="18732"/>
                  </a:cubicBezTo>
                  <a:lnTo>
                    <a:pt x="22975" y="19508"/>
                  </a:lnTo>
                  <a:cubicBezTo>
                    <a:pt x="23070" y="19546"/>
                    <a:pt x="23168" y="19564"/>
                    <a:pt x="23265" y="19564"/>
                  </a:cubicBezTo>
                  <a:cubicBezTo>
                    <a:pt x="23576" y="19564"/>
                    <a:pt x="23869" y="19378"/>
                    <a:pt x="23992" y="19073"/>
                  </a:cubicBezTo>
                  <a:lnTo>
                    <a:pt x="25326" y="15737"/>
                  </a:lnTo>
                  <a:cubicBezTo>
                    <a:pt x="25486" y="15337"/>
                    <a:pt x="25290" y="14882"/>
                    <a:pt x="24890" y="14722"/>
                  </a:cubicBezTo>
                  <a:lnTo>
                    <a:pt x="22948" y="13945"/>
                  </a:lnTo>
                  <a:cubicBezTo>
                    <a:pt x="23071" y="12994"/>
                    <a:pt x="23060" y="12032"/>
                    <a:pt x="22914" y="11084"/>
                  </a:cubicBezTo>
                  <a:lnTo>
                    <a:pt x="24835" y="10261"/>
                  </a:lnTo>
                  <a:cubicBezTo>
                    <a:pt x="25231" y="10091"/>
                    <a:pt x="25415" y="9631"/>
                    <a:pt x="25245" y="9234"/>
                  </a:cubicBezTo>
                  <a:lnTo>
                    <a:pt x="23830" y="5934"/>
                  </a:lnTo>
                  <a:cubicBezTo>
                    <a:pt x="23703" y="5637"/>
                    <a:pt x="23414" y="5459"/>
                    <a:pt x="23111" y="5459"/>
                  </a:cubicBezTo>
                  <a:cubicBezTo>
                    <a:pt x="23008" y="5459"/>
                    <a:pt x="22904" y="5479"/>
                    <a:pt x="22803" y="5522"/>
                  </a:cubicBezTo>
                  <a:lnTo>
                    <a:pt x="20882" y="6347"/>
                  </a:lnTo>
                  <a:cubicBezTo>
                    <a:pt x="20297" y="5588"/>
                    <a:pt x="19607" y="4915"/>
                    <a:pt x="18835" y="4348"/>
                  </a:cubicBezTo>
                  <a:lnTo>
                    <a:pt x="19610" y="2408"/>
                  </a:lnTo>
                  <a:cubicBezTo>
                    <a:pt x="19770" y="2006"/>
                    <a:pt x="19577" y="1551"/>
                    <a:pt x="19175" y="1391"/>
                  </a:cubicBezTo>
                  <a:lnTo>
                    <a:pt x="15841" y="57"/>
                  </a:lnTo>
                  <a:cubicBezTo>
                    <a:pt x="15745" y="19"/>
                    <a:pt x="15647" y="1"/>
                    <a:pt x="1555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Google Shape;388;p52"/>
            <p:cNvSpPr/>
            <p:nvPr/>
          </p:nvSpPr>
          <p:spPr>
            <a:xfrm>
              <a:off x="4639764" y="2921680"/>
              <a:ext cx="678119" cy="678363"/>
            </a:xfrm>
            <a:custGeom>
              <a:avLst/>
              <a:gdLst/>
              <a:ahLst/>
              <a:cxnLst/>
              <a:rect l="l" t="t" r="r" b="b"/>
              <a:pathLst>
                <a:path w="24034" h="24032" extrusionOk="0">
                  <a:moveTo>
                    <a:pt x="12017" y="4775"/>
                  </a:moveTo>
                  <a:cubicBezTo>
                    <a:pt x="16016" y="4775"/>
                    <a:pt x="19258" y="8018"/>
                    <a:pt x="19258" y="12017"/>
                  </a:cubicBezTo>
                  <a:cubicBezTo>
                    <a:pt x="19258" y="16015"/>
                    <a:pt x="16016" y="19256"/>
                    <a:pt x="12019" y="19256"/>
                  </a:cubicBezTo>
                  <a:lnTo>
                    <a:pt x="12017" y="19256"/>
                  </a:lnTo>
                  <a:cubicBezTo>
                    <a:pt x="8019" y="19256"/>
                    <a:pt x="4778" y="16015"/>
                    <a:pt x="4778" y="12017"/>
                  </a:cubicBezTo>
                  <a:cubicBezTo>
                    <a:pt x="4778" y="8018"/>
                    <a:pt x="8019" y="4775"/>
                    <a:pt x="12017" y="4775"/>
                  </a:cubicBezTo>
                  <a:close/>
                  <a:moveTo>
                    <a:pt x="10336" y="0"/>
                  </a:moveTo>
                  <a:cubicBezTo>
                    <a:pt x="9932" y="0"/>
                    <a:pt x="9604" y="327"/>
                    <a:pt x="9604" y="732"/>
                  </a:cubicBezTo>
                  <a:lnTo>
                    <a:pt x="9604" y="2689"/>
                  </a:lnTo>
                  <a:cubicBezTo>
                    <a:pt x="8734" y="2913"/>
                    <a:pt x="7902" y="3259"/>
                    <a:pt x="7128" y="3714"/>
                  </a:cubicBezTo>
                  <a:lnTo>
                    <a:pt x="5745" y="2330"/>
                  </a:lnTo>
                  <a:cubicBezTo>
                    <a:pt x="5602" y="2187"/>
                    <a:pt x="5415" y="2115"/>
                    <a:pt x="5228" y="2115"/>
                  </a:cubicBezTo>
                  <a:cubicBezTo>
                    <a:pt x="5040" y="2115"/>
                    <a:pt x="4853" y="2187"/>
                    <a:pt x="4710" y="2330"/>
                  </a:cubicBezTo>
                  <a:lnTo>
                    <a:pt x="2332" y="4708"/>
                  </a:lnTo>
                  <a:cubicBezTo>
                    <a:pt x="2046" y="4995"/>
                    <a:pt x="2046" y="5457"/>
                    <a:pt x="2332" y="5744"/>
                  </a:cubicBezTo>
                  <a:lnTo>
                    <a:pt x="3716" y="7128"/>
                  </a:lnTo>
                  <a:cubicBezTo>
                    <a:pt x="3260" y="7900"/>
                    <a:pt x="2915" y="8734"/>
                    <a:pt x="2691" y="9602"/>
                  </a:cubicBezTo>
                  <a:lnTo>
                    <a:pt x="734" y="9602"/>
                  </a:lnTo>
                  <a:cubicBezTo>
                    <a:pt x="329" y="9602"/>
                    <a:pt x="1" y="9930"/>
                    <a:pt x="1" y="10335"/>
                  </a:cubicBezTo>
                  <a:lnTo>
                    <a:pt x="1" y="13698"/>
                  </a:lnTo>
                  <a:cubicBezTo>
                    <a:pt x="1" y="14101"/>
                    <a:pt x="329" y="14430"/>
                    <a:pt x="734" y="14430"/>
                  </a:cubicBezTo>
                  <a:lnTo>
                    <a:pt x="2691" y="14430"/>
                  </a:lnTo>
                  <a:cubicBezTo>
                    <a:pt x="2915" y="15298"/>
                    <a:pt x="3260" y="16132"/>
                    <a:pt x="3716" y="16904"/>
                  </a:cubicBezTo>
                  <a:lnTo>
                    <a:pt x="2332" y="18289"/>
                  </a:lnTo>
                  <a:cubicBezTo>
                    <a:pt x="2046" y="18574"/>
                    <a:pt x="2046" y="19038"/>
                    <a:pt x="2332" y="19323"/>
                  </a:cubicBezTo>
                  <a:lnTo>
                    <a:pt x="4710" y="21701"/>
                  </a:lnTo>
                  <a:cubicBezTo>
                    <a:pt x="4853" y="21845"/>
                    <a:pt x="5040" y="21916"/>
                    <a:pt x="5228" y="21916"/>
                  </a:cubicBezTo>
                  <a:cubicBezTo>
                    <a:pt x="5415" y="21916"/>
                    <a:pt x="5602" y="21845"/>
                    <a:pt x="5745" y="21701"/>
                  </a:cubicBezTo>
                  <a:lnTo>
                    <a:pt x="7128" y="20318"/>
                  </a:lnTo>
                  <a:cubicBezTo>
                    <a:pt x="7902" y="20774"/>
                    <a:pt x="8736" y="21118"/>
                    <a:pt x="9604" y="21343"/>
                  </a:cubicBezTo>
                  <a:lnTo>
                    <a:pt x="9604" y="23299"/>
                  </a:lnTo>
                  <a:cubicBezTo>
                    <a:pt x="9604" y="23705"/>
                    <a:pt x="9932" y="24031"/>
                    <a:pt x="10336" y="24031"/>
                  </a:cubicBezTo>
                  <a:lnTo>
                    <a:pt x="13699" y="24031"/>
                  </a:lnTo>
                  <a:cubicBezTo>
                    <a:pt x="14104" y="24031"/>
                    <a:pt x="14432" y="23705"/>
                    <a:pt x="14432" y="23299"/>
                  </a:cubicBezTo>
                  <a:lnTo>
                    <a:pt x="14432" y="21343"/>
                  </a:lnTo>
                  <a:cubicBezTo>
                    <a:pt x="15300" y="21118"/>
                    <a:pt x="16134" y="20773"/>
                    <a:pt x="16906" y="20318"/>
                  </a:cubicBezTo>
                  <a:lnTo>
                    <a:pt x="18290" y="21701"/>
                  </a:lnTo>
                  <a:cubicBezTo>
                    <a:pt x="18433" y="21844"/>
                    <a:pt x="18620" y="21915"/>
                    <a:pt x="18808" y="21915"/>
                  </a:cubicBezTo>
                  <a:cubicBezTo>
                    <a:pt x="18995" y="21915"/>
                    <a:pt x="19182" y="21844"/>
                    <a:pt x="19326" y="21701"/>
                  </a:cubicBezTo>
                  <a:lnTo>
                    <a:pt x="21704" y="19323"/>
                  </a:lnTo>
                  <a:cubicBezTo>
                    <a:pt x="21989" y="19037"/>
                    <a:pt x="21989" y="18574"/>
                    <a:pt x="21704" y="18287"/>
                  </a:cubicBezTo>
                  <a:lnTo>
                    <a:pt x="20320" y="16904"/>
                  </a:lnTo>
                  <a:cubicBezTo>
                    <a:pt x="20775" y="16130"/>
                    <a:pt x="21121" y="15298"/>
                    <a:pt x="21345" y="14430"/>
                  </a:cubicBezTo>
                  <a:lnTo>
                    <a:pt x="23302" y="14430"/>
                  </a:lnTo>
                  <a:cubicBezTo>
                    <a:pt x="23705" y="14430"/>
                    <a:pt x="24034" y="14101"/>
                    <a:pt x="24034" y="13696"/>
                  </a:cubicBezTo>
                  <a:lnTo>
                    <a:pt x="24034" y="10334"/>
                  </a:lnTo>
                  <a:cubicBezTo>
                    <a:pt x="24034" y="9930"/>
                    <a:pt x="23705" y="9602"/>
                    <a:pt x="23302" y="9602"/>
                  </a:cubicBezTo>
                  <a:lnTo>
                    <a:pt x="21343" y="9602"/>
                  </a:lnTo>
                  <a:cubicBezTo>
                    <a:pt x="21121" y="8734"/>
                    <a:pt x="20775" y="7900"/>
                    <a:pt x="20320" y="7128"/>
                  </a:cubicBezTo>
                  <a:lnTo>
                    <a:pt x="21704" y="5744"/>
                  </a:lnTo>
                  <a:cubicBezTo>
                    <a:pt x="21989" y="5457"/>
                    <a:pt x="21989" y="4995"/>
                    <a:pt x="21704" y="4708"/>
                  </a:cubicBezTo>
                  <a:lnTo>
                    <a:pt x="19326" y="2330"/>
                  </a:lnTo>
                  <a:cubicBezTo>
                    <a:pt x="19182" y="2187"/>
                    <a:pt x="18995" y="2115"/>
                    <a:pt x="18808" y="2115"/>
                  </a:cubicBezTo>
                  <a:cubicBezTo>
                    <a:pt x="18620" y="2115"/>
                    <a:pt x="18433" y="2187"/>
                    <a:pt x="18290" y="2330"/>
                  </a:cubicBezTo>
                  <a:lnTo>
                    <a:pt x="16906" y="3714"/>
                  </a:lnTo>
                  <a:cubicBezTo>
                    <a:pt x="16133" y="3259"/>
                    <a:pt x="15300" y="2913"/>
                    <a:pt x="14430" y="2689"/>
                  </a:cubicBezTo>
                  <a:lnTo>
                    <a:pt x="14430" y="732"/>
                  </a:lnTo>
                  <a:cubicBezTo>
                    <a:pt x="14430" y="327"/>
                    <a:pt x="14104" y="0"/>
                    <a:pt x="13699" y="0"/>
                  </a:cubicBezTo>
                  <a:close/>
                </a:path>
              </a:pathLst>
            </a:custGeom>
            <a:solidFill>
              <a:srgbClr val="EBE2FF">
                <a:alpha val="196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Google Shape;389;p52"/>
            <p:cNvSpPr/>
            <p:nvPr/>
          </p:nvSpPr>
          <p:spPr>
            <a:xfrm>
              <a:off x="3962152" y="2626193"/>
              <a:ext cx="724251" cy="719011"/>
            </a:xfrm>
            <a:custGeom>
              <a:avLst/>
              <a:gdLst/>
              <a:ahLst/>
              <a:cxnLst/>
              <a:rect l="l" t="t" r="r" b="b"/>
              <a:pathLst>
                <a:path w="25669" h="25472" extrusionOk="0">
                  <a:moveTo>
                    <a:pt x="12840" y="5002"/>
                  </a:moveTo>
                  <a:cubicBezTo>
                    <a:pt x="13949" y="5002"/>
                    <a:pt x="15075" y="5242"/>
                    <a:pt x="16144" y="5747"/>
                  </a:cubicBezTo>
                  <a:cubicBezTo>
                    <a:pt x="20003" y="7575"/>
                    <a:pt x="21651" y="12185"/>
                    <a:pt x="19822" y="16044"/>
                  </a:cubicBezTo>
                  <a:cubicBezTo>
                    <a:pt x="18501" y="18836"/>
                    <a:pt x="15726" y="20470"/>
                    <a:pt x="12830" y="20470"/>
                  </a:cubicBezTo>
                  <a:cubicBezTo>
                    <a:pt x="11721" y="20470"/>
                    <a:pt x="10595" y="20230"/>
                    <a:pt x="9525" y="19724"/>
                  </a:cubicBezTo>
                  <a:cubicBezTo>
                    <a:pt x="5666" y="17897"/>
                    <a:pt x="4018" y="13286"/>
                    <a:pt x="5845" y="9427"/>
                  </a:cubicBezTo>
                  <a:cubicBezTo>
                    <a:pt x="7167" y="6636"/>
                    <a:pt x="9944" y="5002"/>
                    <a:pt x="12840" y="5002"/>
                  </a:cubicBezTo>
                  <a:close/>
                  <a:moveTo>
                    <a:pt x="10471" y="1"/>
                  </a:moveTo>
                  <a:cubicBezTo>
                    <a:pt x="10383" y="1"/>
                    <a:pt x="10294" y="16"/>
                    <a:pt x="10208" y="47"/>
                  </a:cubicBezTo>
                  <a:lnTo>
                    <a:pt x="6824" y="1256"/>
                  </a:lnTo>
                  <a:cubicBezTo>
                    <a:pt x="6417" y="1401"/>
                    <a:pt x="6206" y="1848"/>
                    <a:pt x="6351" y="2255"/>
                  </a:cubicBezTo>
                  <a:lnTo>
                    <a:pt x="7054" y="4223"/>
                  </a:lnTo>
                  <a:cubicBezTo>
                    <a:pt x="6262" y="4761"/>
                    <a:pt x="5548" y="5408"/>
                    <a:pt x="4934" y="6145"/>
                  </a:cubicBezTo>
                  <a:lnTo>
                    <a:pt x="3045" y="5249"/>
                  </a:lnTo>
                  <a:cubicBezTo>
                    <a:pt x="2937" y="5199"/>
                    <a:pt x="2823" y="5174"/>
                    <a:pt x="2711" y="5174"/>
                  </a:cubicBezTo>
                  <a:cubicBezTo>
                    <a:pt x="2418" y="5174"/>
                    <a:pt x="2137" y="5340"/>
                    <a:pt x="2004" y="5623"/>
                  </a:cubicBezTo>
                  <a:lnTo>
                    <a:pt x="467" y="8868"/>
                  </a:lnTo>
                  <a:cubicBezTo>
                    <a:pt x="282" y="9259"/>
                    <a:pt x="449" y="9725"/>
                    <a:pt x="840" y="9909"/>
                  </a:cubicBezTo>
                  <a:lnTo>
                    <a:pt x="2729" y="10804"/>
                  </a:lnTo>
                  <a:cubicBezTo>
                    <a:pt x="2548" y="11744"/>
                    <a:pt x="2500" y="12707"/>
                    <a:pt x="2587" y="13661"/>
                  </a:cubicBezTo>
                  <a:lnTo>
                    <a:pt x="619" y="14364"/>
                  </a:lnTo>
                  <a:cubicBezTo>
                    <a:pt x="212" y="14510"/>
                    <a:pt x="1" y="14957"/>
                    <a:pt x="145" y="15363"/>
                  </a:cubicBezTo>
                  <a:lnTo>
                    <a:pt x="1354" y="18747"/>
                  </a:lnTo>
                  <a:cubicBezTo>
                    <a:pt x="1467" y="19067"/>
                    <a:pt x="1768" y="19265"/>
                    <a:pt x="2089" y="19265"/>
                  </a:cubicBezTo>
                  <a:cubicBezTo>
                    <a:pt x="2177" y="19265"/>
                    <a:pt x="2266" y="19251"/>
                    <a:pt x="2353" y="19219"/>
                  </a:cubicBezTo>
                  <a:lnTo>
                    <a:pt x="4321" y="18516"/>
                  </a:lnTo>
                  <a:cubicBezTo>
                    <a:pt x="4859" y="19309"/>
                    <a:pt x="5506" y="20023"/>
                    <a:pt x="6243" y="20637"/>
                  </a:cubicBezTo>
                  <a:lnTo>
                    <a:pt x="5347" y="22526"/>
                  </a:lnTo>
                  <a:cubicBezTo>
                    <a:pt x="5163" y="22917"/>
                    <a:pt x="5330" y="23383"/>
                    <a:pt x="5721" y="23567"/>
                  </a:cubicBezTo>
                  <a:lnTo>
                    <a:pt x="8966" y="25104"/>
                  </a:lnTo>
                  <a:cubicBezTo>
                    <a:pt x="9074" y="25155"/>
                    <a:pt x="9188" y="25179"/>
                    <a:pt x="9300" y="25179"/>
                  </a:cubicBezTo>
                  <a:cubicBezTo>
                    <a:pt x="9593" y="25179"/>
                    <a:pt x="9874" y="25014"/>
                    <a:pt x="10007" y="24731"/>
                  </a:cubicBezTo>
                  <a:lnTo>
                    <a:pt x="10902" y="22842"/>
                  </a:lnTo>
                  <a:cubicBezTo>
                    <a:pt x="11540" y="22964"/>
                    <a:pt x="12187" y="23026"/>
                    <a:pt x="12836" y="23026"/>
                  </a:cubicBezTo>
                  <a:cubicBezTo>
                    <a:pt x="13144" y="23026"/>
                    <a:pt x="13452" y="23012"/>
                    <a:pt x="13759" y="22984"/>
                  </a:cubicBezTo>
                  <a:lnTo>
                    <a:pt x="14462" y="24952"/>
                  </a:lnTo>
                  <a:cubicBezTo>
                    <a:pt x="14577" y="25272"/>
                    <a:pt x="14878" y="25471"/>
                    <a:pt x="15200" y="25471"/>
                  </a:cubicBezTo>
                  <a:cubicBezTo>
                    <a:pt x="15286" y="25471"/>
                    <a:pt x="15375" y="25457"/>
                    <a:pt x="15461" y="25426"/>
                  </a:cubicBezTo>
                  <a:lnTo>
                    <a:pt x="18845" y="24217"/>
                  </a:lnTo>
                  <a:cubicBezTo>
                    <a:pt x="19252" y="24071"/>
                    <a:pt x="19463" y="23625"/>
                    <a:pt x="19318" y="23218"/>
                  </a:cubicBezTo>
                  <a:lnTo>
                    <a:pt x="18615" y="21250"/>
                  </a:lnTo>
                  <a:cubicBezTo>
                    <a:pt x="19407" y="20712"/>
                    <a:pt x="20121" y="20065"/>
                    <a:pt x="20735" y="19328"/>
                  </a:cubicBezTo>
                  <a:lnTo>
                    <a:pt x="22624" y="20223"/>
                  </a:lnTo>
                  <a:cubicBezTo>
                    <a:pt x="22732" y="20274"/>
                    <a:pt x="22846" y="20298"/>
                    <a:pt x="22958" y="20298"/>
                  </a:cubicBezTo>
                  <a:cubicBezTo>
                    <a:pt x="23251" y="20298"/>
                    <a:pt x="23532" y="20133"/>
                    <a:pt x="23665" y="19850"/>
                  </a:cubicBezTo>
                  <a:lnTo>
                    <a:pt x="25202" y="16604"/>
                  </a:lnTo>
                  <a:cubicBezTo>
                    <a:pt x="25387" y="16214"/>
                    <a:pt x="25220" y="15748"/>
                    <a:pt x="24829" y="15564"/>
                  </a:cubicBezTo>
                  <a:lnTo>
                    <a:pt x="22940" y="14668"/>
                  </a:lnTo>
                  <a:cubicBezTo>
                    <a:pt x="23121" y="13727"/>
                    <a:pt x="23169" y="12766"/>
                    <a:pt x="23082" y="11812"/>
                  </a:cubicBezTo>
                  <a:lnTo>
                    <a:pt x="25050" y="11107"/>
                  </a:lnTo>
                  <a:cubicBezTo>
                    <a:pt x="25457" y="10963"/>
                    <a:pt x="25668" y="10515"/>
                    <a:pt x="25523" y="10108"/>
                  </a:cubicBezTo>
                  <a:lnTo>
                    <a:pt x="24315" y="6726"/>
                  </a:lnTo>
                  <a:cubicBezTo>
                    <a:pt x="24201" y="6406"/>
                    <a:pt x="23898" y="6207"/>
                    <a:pt x="23577" y="6207"/>
                  </a:cubicBezTo>
                  <a:cubicBezTo>
                    <a:pt x="23491" y="6207"/>
                    <a:pt x="23402" y="6221"/>
                    <a:pt x="23316" y="6252"/>
                  </a:cubicBezTo>
                  <a:lnTo>
                    <a:pt x="21348" y="6956"/>
                  </a:lnTo>
                  <a:cubicBezTo>
                    <a:pt x="20810" y="6162"/>
                    <a:pt x="20163" y="5450"/>
                    <a:pt x="19426" y="4836"/>
                  </a:cubicBezTo>
                  <a:lnTo>
                    <a:pt x="20320" y="2947"/>
                  </a:lnTo>
                  <a:cubicBezTo>
                    <a:pt x="20506" y="2556"/>
                    <a:pt x="20339" y="2090"/>
                    <a:pt x="19948" y="1906"/>
                  </a:cubicBezTo>
                  <a:lnTo>
                    <a:pt x="16703" y="369"/>
                  </a:lnTo>
                  <a:cubicBezTo>
                    <a:pt x="16595" y="318"/>
                    <a:pt x="16481" y="294"/>
                    <a:pt x="16369" y="294"/>
                  </a:cubicBezTo>
                  <a:cubicBezTo>
                    <a:pt x="16076" y="294"/>
                    <a:pt x="15795" y="459"/>
                    <a:pt x="15662" y="742"/>
                  </a:cubicBezTo>
                  <a:lnTo>
                    <a:pt x="14767" y="2631"/>
                  </a:lnTo>
                  <a:cubicBezTo>
                    <a:pt x="14130" y="2508"/>
                    <a:pt x="13485" y="2447"/>
                    <a:pt x="12839" y="2447"/>
                  </a:cubicBezTo>
                  <a:cubicBezTo>
                    <a:pt x="12529" y="2447"/>
                    <a:pt x="12219" y="2461"/>
                    <a:pt x="11910" y="2489"/>
                  </a:cubicBezTo>
                  <a:lnTo>
                    <a:pt x="11207" y="521"/>
                  </a:lnTo>
                  <a:cubicBezTo>
                    <a:pt x="11092" y="200"/>
                    <a:pt x="10791" y="1"/>
                    <a:pt x="10471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Google Shape;390;p52"/>
            <p:cNvSpPr/>
            <p:nvPr/>
          </p:nvSpPr>
          <p:spPr>
            <a:xfrm>
              <a:off x="4020305" y="1957846"/>
              <a:ext cx="646208" cy="646438"/>
            </a:xfrm>
            <a:custGeom>
              <a:avLst/>
              <a:gdLst/>
              <a:ahLst/>
              <a:cxnLst/>
              <a:rect l="l" t="t" r="r" b="b"/>
              <a:pathLst>
                <a:path w="22903" h="22901" extrusionOk="0">
                  <a:moveTo>
                    <a:pt x="11452" y="4551"/>
                  </a:moveTo>
                  <a:cubicBezTo>
                    <a:pt x="15263" y="4551"/>
                    <a:pt x="18352" y="7640"/>
                    <a:pt x="18352" y="11451"/>
                  </a:cubicBezTo>
                  <a:cubicBezTo>
                    <a:pt x="18352" y="15262"/>
                    <a:pt x="15263" y="18350"/>
                    <a:pt x="11452" y="18350"/>
                  </a:cubicBezTo>
                  <a:lnTo>
                    <a:pt x="11452" y="18351"/>
                  </a:lnTo>
                  <a:cubicBezTo>
                    <a:pt x="7640" y="18351"/>
                    <a:pt x="4552" y="15262"/>
                    <a:pt x="4552" y="11451"/>
                  </a:cubicBezTo>
                  <a:cubicBezTo>
                    <a:pt x="4552" y="7640"/>
                    <a:pt x="7640" y="4551"/>
                    <a:pt x="11452" y="4551"/>
                  </a:cubicBezTo>
                  <a:close/>
                  <a:moveTo>
                    <a:pt x="9850" y="0"/>
                  </a:moveTo>
                  <a:cubicBezTo>
                    <a:pt x="9464" y="0"/>
                    <a:pt x="9152" y="312"/>
                    <a:pt x="9152" y="698"/>
                  </a:cubicBezTo>
                  <a:lnTo>
                    <a:pt x="9152" y="2564"/>
                  </a:lnTo>
                  <a:cubicBezTo>
                    <a:pt x="8324" y="2777"/>
                    <a:pt x="7530" y="3105"/>
                    <a:pt x="6793" y="3539"/>
                  </a:cubicBezTo>
                  <a:lnTo>
                    <a:pt x="5474" y="2221"/>
                  </a:lnTo>
                  <a:cubicBezTo>
                    <a:pt x="5338" y="2085"/>
                    <a:pt x="5159" y="2017"/>
                    <a:pt x="4981" y="2017"/>
                  </a:cubicBezTo>
                  <a:cubicBezTo>
                    <a:pt x="4802" y="2017"/>
                    <a:pt x="4624" y="2085"/>
                    <a:pt x="4487" y="2221"/>
                  </a:cubicBezTo>
                  <a:lnTo>
                    <a:pt x="2222" y="4487"/>
                  </a:lnTo>
                  <a:cubicBezTo>
                    <a:pt x="1949" y="4759"/>
                    <a:pt x="1949" y="5201"/>
                    <a:pt x="2222" y="5473"/>
                  </a:cubicBezTo>
                  <a:lnTo>
                    <a:pt x="3541" y="6791"/>
                  </a:lnTo>
                  <a:cubicBezTo>
                    <a:pt x="3107" y="7528"/>
                    <a:pt x="2777" y="8322"/>
                    <a:pt x="2564" y="9150"/>
                  </a:cubicBezTo>
                  <a:lnTo>
                    <a:pt x="699" y="9150"/>
                  </a:lnTo>
                  <a:cubicBezTo>
                    <a:pt x="313" y="9150"/>
                    <a:pt x="1" y="9462"/>
                    <a:pt x="1" y="9848"/>
                  </a:cubicBezTo>
                  <a:lnTo>
                    <a:pt x="1" y="13053"/>
                  </a:lnTo>
                  <a:cubicBezTo>
                    <a:pt x="1" y="13438"/>
                    <a:pt x="313" y="13751"/>
                    <a:pt x="699" y="13751"/>
                  </a:cubicBezTo>
                  <a:lnTo>
                    <a:pt x="2564" y="13751"/>
                  </a:lnTo>
                  <a:cubicBezTo>
                    <a:pt x="2777" y="14579"/>
                    <a:pt x="3106" y="15373"/>
                    <a:pt x="3541" y="16109"/>
                  </a:cubicBezTo>
                  <a:lnTo>
                    <a:pt x="2222" y="17427"/>
                  </a:lnTo>
                  <a:cubicBezTo>
                    <a:pt x="1949" y="17701"/>
                    <a:pt x="1949" y="18142"/>
                    <a:pt x="2222" y="18415"/>
                  </a:cubicBezTo>
                  <a:lnTo>
                    <a:pt x="4487" y="20681"/>
                  </a:lnTo>
                  <a:cubicBezTo>
                    <a:pt x="4624" y="20817"/>
                    <a:pt x="4802" y="20885"/>
                    <a:pt x="4981" y="20885"/>
                  </a:cubicBezTo>
                  <a:cubicBezTo>
                    <a:pt x="5159" y="20885"/>
                    <a:pt x="5338" y="20817"/>
                    <a:pt x="5474" y="20681"/>
                  </a:cubicBezTo>
                  <a:lnTo>
                    <a:pt x="6793" y="19362"/>
                  </a:lnTo>
                  <a:cubicBezTo>
                    <a:pt x="7530" y="19796"/>
                    <a:pt x="8324" y="20124"/>
                    <a:pt x="9152" y="20339"/>
                  </a:cubicBezTo>
                  <a:lnTo>
                    <a:pt x="9152" y="22204"/>
                  </a:lnTo>
                  <a:cubicBezTo>
                    <a:pt x="9152" y="22588"/>
                    <a:pt x="9464" y="22901"/>
                    <a:pt x="9850" y="22901"/>
                  </a:cubicBezTo>
                  <a:lnTo>
                    <a:pt x="13055" y="22901"/>
                  </a:lnTo>
                  <a:cubicBezTo>
                    <a:pt x="13439" y="22901"/>
                    <a:pt x="13751" y="22588"/>
                    <a:pt x="13751" y="22204"/>
                  </a:cubicBezTo>
                  <a:lnTo>
                    <a:pt x="13751" y="20339"/>
                  </a:lnTo>
                  <a:cubicBezTo>
                    <a:pt x="14581" y="20124"/>
                    <a:pt x="15373" y="19796"/>
                    <a:pt x="16110" y="19362"/>
                  </a:cubicBezTo>
                  <a:lnTo>
                    <a:pt x="17429" y="20680"/>
                  </a:lnTo>
                  <a:cubicBezTo>
                    <a:pt x="17566" y="20816"/>
                    <a:pt x="17744" y="20884"/>
                    <a:pt x="17923" y="20884"/>
                  </a:cubicBezTo>
                  <a:cubicBezTo>
                    <a:pt x="18101" y="20884"/>
                    <a:pt x="18280" y="20816"/>
                    <a:pt x="18416" y="20680"/>
                  </a:cubicBezTo>
                  <a:lnTo>
                    <a:pt x="20682" y="18414"/>
                  </a:lnTo>
                  <a:cubicBezTo>
                    <a:pt x="20954" y="18142"/>
                    <a:pt x="20954" y="17700"/>
                    <a:pt x="20682" y="17427"/>
                  </a:cubicBezTo>
                  <a:lnTo>
                    <a:pt x="19364" y="16109"/>
                  </a:lnTo>
                  <a:cubicBezTo>
                    <a:pt x="19798" y="15373"/>
                    <a:pt x="20126" y="14579"/>
                    <a:pt x="20339" y="13751"/>
                  </a:cubicBezTo>
                  <a:lnTo>
                    <a:pt x="22205" y="13751"/>
                  </a:lnTo>
                  <a:cubicBezTo>
                    <a:pt x="22591" y="13751"/>
                    <a:pt x="22903" y="13438"/>
                    <a:pt x="22903" y="13053"/>
                  </a:cubicBezTo>
                  <a:lnTo>
                    <a:pt x="22903" y="9850"/>
                  </a:lnTo>
                  <a:cubicBezTo>
                    <a:pt x="22903" y="9465"/>
                    <a:pt x="22592" y="9152"/>
                    <a:pt x="22208" y="9152"/>
                  </a:cubicBezTo>
                  <a:cubicBezTo>
                    <a:pt x="22207" y="9152"/>
                    <a:pt x="22206" y="9152"/>
                    <a:pt x="22205" y="9152"/>
                  </a:cubicBezTo>
                  <a:lnTo>
                    <a:pt x="20339" y="9152"/>
                  </a:lnTo>
                  <a:cubicBezTo>
                    <a:pt x="20126" y="8322"/>
                    <a:pt x="19798" y="7530"/>
                    <a:pt x="19364" y="6793"/>
                  </a:cubicBezTo>
                  <a:lnTo>
                    <a:pt x="20682" y="5473"/>
                  </a:lnTo>
                  <a:cubicBezTo>
                    <a:pt x="20954" y="5201"/>
                    <a:pt x="20954" y="4759"/>
                    <a:pt x="20682" y="4487"/>
                  </a:cubicBezTo>
                  <a:lnTo>
                    <a:pt x="18416" y="2221"/>
                  </a:lnTo>
                  <a:cubicBezTo>
                    <a:pt x="18280" y="2085"/>
                    <a:pt x="18101" y="2017"/>
                    <a:pt x="17923" y="2017"/>
                  </a:cubicBezTo>
                  <a:cubicBezTo>
                    <a:pt x="17744" y="2017"/>
                    <a:pt x="17566" y="2085"/>
                    <a:pt x="17429" y="2221"/>
                  </a:cubicBezTo>
                  <a:lnTo>
                    <a:pt x="16110" y="3541"/>
                  </a:lnTo>
                  <a:cubicBezTo>
                    <a:pt x="15373" y="3105"/>
                    <a:pt x="14581" y="2777"/>
                    <a:pt x="13751" y="2564"/>
                  </a:cubicBezTo>
                  <a:lnTo>
                    <a:pt x="13751" y="698"/>
                  </a:lnTo>
                  <a:cubicBezTo>
                    <a:pt x="13751" y="312"/>
                    <a:pt x="13439" y="0"/>
                    <a:pt x="13055" y="0"/>
                  </a:cubicBezTo>
                  <a:close/>
                </a:path>
              </a:pathLst>
            </a:custGeom>
            <a:solidFill>
              <a:srgbClr val="EBE2FF">
                <a:alpha val="196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91" name="Google Shape;391;p52"/>
            <p:cNvGrpSpPr/>
            <p:nvPr/>
          </p:nvGrpSpPr>
          <p:grpSpPr>
            <a:xfrm>
              <a:off x="4195443" y="1892640"/>
              <a:ext cx="317742" cy="65234"/>
              <a:chOff x="4356567" y="1191441"/>
              <a:chExt cx="143690" cy="29488"/>
            </a:xfrm>
          </p:grpSpPr>
          <p:sp>
            <p:nvSpPr>
              <p:cNvPr id="392" name="Google Shape;392;p52"/>
              <p:cNvSpPr/>
              <p:nvPr/>
            </p:nvSpPr>
            <p:spPr>
              <a:xfrm>
                <a:off x="4448554" y="1195154"/>
                <a:ext cx="51704" cy="25775"/>
              </a:xfrm>
              <a:custGeom>
                <a:avLst/>
                <a:gdLst/>
                <a:ahLst/>
                <a:cxnLst/>
                <a:rect l="l" t="t" r="r" b="b"/>
                <a:pathLst>
                  <a:path w="4052" h="2020" extrusionOk="0">
                    <a:moveTo>
                      <a:pt x="272" y="1"/>
                    </a:moveTo>
                    <a:cubicBezTo>
                      <a:pt x="157" y="1"/>
                      <a:pt x="54" y="82"/>
                      <a:pt x="29" y="200"/>
                    </a:cubicBezTo>
                    <a:cubicBezTo>
                      <a:pt x="0" y="338"/>
                      <a:pt x="87" y="474"/>
                      <a:pt x="225" y="507"/>
                    </a:cubicBezTo>
                    <a:cubicBezTo>
                      <a:pt x="1077" y="719"/>
                      <a:pt x="1895" y="1049"/>
                      <a:pt x="2657" y="1486"/>
                    </a:cubicBezTo>
                    <a:lnTo>
                      <a:pt x="2505" y="1740"/>
                    </a:lnTo>
                    <a:cubicBezTo>
                      <a:pt x="2459" y="1819"/>
                      <a:pt x="2511" y="1918"/>
                      <a:pt x="2603" y="1926"/>
                    </a:cubicBezTo>
                    <a:lnTo>
                      <a:pt x="3887" y="2019"/>
                    </a:lnTo>
                    <a:cubicBezTo>
                      <a:pt x="3890" y="2019"/>
                      <a:pt x="3893" y="2019"/>
                      <a:pt x="3895" y="2019"/>
                    </a:cubicBezTo>
                    <a:cubicBezTo>
                      <a:pt x="3991" y="2019"/>
                      <a:pt x="4052" y="1913"/>
                      <a:pt x="3999" y="1830"/>
                    </a:cubicBezTo>
                    <a:lnTo>
                      <a:pt x="3302" y="746"/>
                    </a:lnTo>
                    <a:cubicBezTo>
                      <a:pt x="3278" y="709"/>
                      <a:pt x="3239" y="690"/>
                      <a:pt x="3200" y="690"/>
                    </a:cubicBezTo>
                    <a:cubicBezTo>
                      <a:pt x="3159" y="690"/>
                      <a:pt x="3118" y="711"/>
                      <a:pt x="3094" y="751"/>
                    </a:cubicBezTo>
                    <a:lnTo>
                      <a:pt x="2917" y="1047"/>
                    </a:lnTo>
                    <a:cubicBezTo>
                      <a:pt x="2108" y="581"/>
                      <a:pt x="1237" y="230"/>
                      <a:pt x="330" y="8"/>
                    </a:cubicBezTo>
                    <a:cubicBezTo>
                      <a:pt x="311" y="3"/>
                      <a:pt x="291" y="1"/>
                      <a:pt x="27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3" name="Google Shape;393;p52"/>
              <p:cNvSpPr/>
              <p:nvPr/>
            </p:nvSpPr>
            <p:spPr>
              <a:xfrm>
                <a:off x="4412341" y="1191441"/>
                <a:ext cx="32206" cy="8013"/>
              </a:xfrm>
              <a:custGeom>
                <a:avLst/>
                <a:gdLst/>
                <a:ahLst/>
                <a:cxnLst/>
                <a:rect l="l" t="t" r="r" b="b"/>
                <a:pathLst>
                  <a:path w="2524" h="628" extrusionOk="0">
                    <a:moveTo>
                      <a:pt x="787" y="1"/>
                    </a:moveTo>
                    <a:cubicBezTo>
                      <a:pt x="605" y="1"/>
                      <a:pt x="424" y="7"/>
                      <a:pt x="241" y="19"/>
                    </a:cubicBezTo>
                    <a:cubicBezTo>
                      <a:pt x="103" y="31"/>
                      <a:pt x="1" y="153"/>
                      <a:pt x="11" y="291"/>
                    </a:cubicBezTo>
                    <a:cubicBezTo>
                      <a:pt x="20" y="425"/>
                      <a:pt x="132" y="528"/>
                      <a:pt x="263" y="528"/>
                    </a:cubicBezTo>
                    <a:cubicBezTo>
                      <a:pt x="268" y="528"/>
                      <a:pt x="273" y="528"/>
                      <a:pt x="278" y="528"/>
                    </a:cubicBezTo>
                    <a:cubicBezTo>
                      <a:pt x="448" y="518"/>
                      <a:pt x="617" y="512"/>
                      <a:pt x="787" y="512"/>
                    </a:cubicBezTo>
                    <a:cubicBezTo>
                      <a:pt x="1261" y="512"/>
                      <a:pt x="1734" y="550"/>
                      <a:pt x="2203" y="624"/>
                    </a:cubicBezTo>
                    <a:cubicBezTo>
                      <a:pt x="2217" y="626"/>
                      <a:pt x="2231" y="627"/>
                      <a:pt x="2245" y="627"/>
                    </a:cubicBezTo>
                    <a:cubicBezTo>
                      <a:pt x="2363" y="627"/>
                      <a:pt x="2470" y="544"/>
                      <a:pt x="2494" y="424"/>
                    </a:cubicBezTo>
                    <a:cubicBezTo>
                      <a:pt x="2523" y="283"/>
                      <a:pt x="2430" y="145"/>
                      <a:pt x="2288" y="121"/>
                    </a:cubicBezTo>
                    <a:cubicBezTo>
                      <a:pt x="1791" y="43"/>
                      <a:pt x="1288" y="3"/>
                      <a:pt x="78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4" name="Google Shape;394;p52"/>
              <p:cNvSpPr/>
              <p:nvPr/>
            </p:nvSpPr>
            <p:spPr>
              <a:xfrm>
                <a:off x="4356567" y="1201573"/>
                <a:ext cx="20212" cy="13270"/>
              </a:xfrm>
              <a:custGeom>
                <a:avLst/>
                <a:gdLst/>
                <a:ahLst/>
                <a:cxnLst/>
                <a:rect l="l" t="t" r="r" b="b"/>
                <a:pathLst>
                  <a:path w="1584" h="1040" extrusionOk="0">
                    <a:moveTo>
                      <a:pt x="1330" y="1"/>
                    </a:moveTo>
                    <a:cubicBezTo>
                      <a:pt x="1303" y="1"/>
                      <a:pt x="1276" y="6"/>
                      <a:pt x="1249" y="17"/>
                    </a:cubicBezTo>
                    <a:cubicBezTo>
                      <a:pt x="878" y="174"/>
                      <a:pt x="518" y="355"/>
                      <a:pt x="168" y="557"/>
                    </a:cubicBezTo>
                    <a:cubicBezTo>
                      <a:pt x="58" y="621"/>
                      <a:pt x="0" y="757"/>
                      <a:pt x="47" y="876"/>
                    </a:cubicBezTo>
                    <a:cubicBezTo>
                      <a:pt x="86" y="979"/>
                      <a:pt x="183" y="1040"/>
                      <a:pt x="284" y="1040"/>
                    </a:cubicBezTo>
                    <a:cubicBezTo>
                      <a:pt x="327" y="1040"/>
                      <a:pt x="371" y="1029"/>
                      <a:pt x="412" y="1005"/>
                    </a:cubicBezTo>
                    <a:cubicBezTo>
                      <a:pt x="727" y="823"/>
                      <a:pt x="1054" y="658"/>
                      <a:pt x="1389" y="512"/>
                    </a:cubicBezTo>
                    <a:cubicBezTo>
                      <a:pt x="1518" y="458"/>
                      <a:pt x="1584" y="312"/>
                      <a:pt x="1538" y="177"/>
                    </a:cubicBezTo>
                    <a:lnTo>
                      <a:pt x="1525" y="141"/>
                    </a:lnTo>
                    <a:cubicBezTo>
                      <a:pt x="1496" y="54"/>
                      <a:pt x="1415" y="1"/>
                      <a:pt x="133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5" name="Google Shape;395;p52"/>
              <p:cNvSpPr/>
              <p:nvPr/>
            </p:nvSpPr>
            <p:spPr>
              <a:xfrm>
                <a:off x="4380084" y="1192832"/>
                <a:ext cx="27779" cy="11433"/>
              </a:xfrm>
              <a:custGeom>
                <a:avLst/>
                <a:gdLst/>
                <a:ahLst/>
                <a:cxnLst/>
                <a:rect l="l" t="t" r="r" b="b"/>
                <a:pathLst>
                  <a:path w="2177" h="896" extrusionOk="0">
                    <a:moveTo>
                      <a:pt x="1906" y="0"/>
                    </a:moveTo>
                    <a:cubicBezTo>
                      <a:pt x="1894" y="0"/>
                      <a:pt x="1883" y="1"/>
                      <a:pt x="1871" y="2"/>
                    </a:cubicBezTo>
                    <a:cubicBezTo>
                      <a:pt x="1306" y="87"/>
                      <a:pt x="748" y="220"/>
                      <a:pt x="205" y="400"/>
                    </a:cubicBezTo>
                    <a:cubicBezTo>
                      <a:pt x="71" y="444"/>
                      <a:pt x="0" y="590"/>
                      <a:pt x="47" y="725"/>
                    </a:cubicBezTo>
                    <a:cubicBezTo>
                      <a:pt x="84" y="829"/>
                      <a:pt x="183" y="895"/>
                      <a:pt x="288" y="895"/>
                    </a:cubicBezTo>
                    <a:cubicBezTo>
                      <a:pt x="316" y="895"/>
                      <a:pt x="343" y="891"/>
                      <a:pt x="370" y="882"/>
                    </a:cubicBezTo>
                    <a:cubicBezTo>
                      <a:pt x="883" y="712"/>
                      <a:pt x="1408" y="587"/>
                      <a:pt x="1941" y="507"/>
                    </a:cubicBezTo>
                    <a:cubicBezTo>
                      <a:pt x="2081" y="488"/>
                      <a:pt x="2177" y="360"/>
                      <a:pt x="2157" y="220"/>
                    </a:cubicBezTo>
                    <a:cubicBezTo>
                      <a:pt x="2140" y="93"/>
                      <a:pt x="2031" y="0"/>
                      <a:pt x="190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96" name="Google Shape;396;p52"/>
            <p:cNvGrpSpPr/>
            <p:nvPr/>
          </p:nvGrpSpPr>
          <p:grpSpPr>
            <a:xfrm>
              <a:off x="3863508" y="2812636"/>
              <a:ext cx="65320" cy="316122"/>
              <a:chOff x="4206459" y="1607315"/>
              <a:chExt cx="29539" cy="142899"/>
            </a:xfrm>
          </p:grpSpPr>
          <p:sp>
            <p:nvSpPr>
              <p:cNvPr id="397" name="Google Shape;397;p52"/>
              <p:cNvSpPr/>
              <p:nvPr/>
            </p:nvSpPr>
            <p:spPr>
              <a:xfrm>
                <a:off x="4209840" y="1607315"/>
                <a:ext cx="26158" cy="50989"/>
              </a:xfrm>
              <a:custGeom>
                <a:avLst/>
                <a:gdLst/>
                <a:ahLst/>
                <a:cxnLst/>
                <a:rect l="l" t="t" r="r" b="b"/>
                <a:pathLst>
                  <a:path w="2050" h="3996" extrusionOk="0">
                    <a:moveTo>
                      <a:pt x="1920" y="0"/>
                    </a:moveTo>
                    <a:cubicBezTo>
                      <a:pt x="1898" y="0"/>
                      <a:pt x="1876" y="6"/>
                      <a:pt x="1854" y="20"/>
                    </a:cubicBezTo>
                    <a:lnTo>
                      <a:pt x="772" y="717"/>
                    </a:lnTo>
                    <a:cubicBezTo>
                      <a:pt x="695" y="766"/>
                      <a:pt x="697" y="878"/>
                      <a:pt x="775" y="926"/>
                    </a:cubicBezTo>
                    <a:lnTo>
                      <a:pt x="1073" y="1102"/>
                    </a:lnTo>
                    <a:cubicBezTo>
                      <a:pt x="607" y="1911"/>
                      <a:pt x="256" y="2782"/>
                      <a:pt x="32" y="3689"/>
                    </a:cubicBezTo>
                    <a:cubicBezTo>
                      <a:pt x="0" y="3825"/>
                      <a:pt x="87" y="3962"/>
                      <a:pt x="224" y="3990"/>
                    </a:cubicBezTo>
                    <a:cubicBezTo>
                      <a:pt x="242" y="3993"/>
                      <a:pt x="260" y="3995"/>
                      <a:pt x="278" y="3995"/>
                    </a:cubicBezTo>
                    <a:cubicBezTo>
                      <a:pt x="397" y="3995"/>
                      <a:pt x="502" y="3914"/>
                      <a:pt x="532" y="3794"/>
                    </a:cubicBezTo>
                    <a:cubicBezTo>
                      <a:pt x="743" y="2942"/>
                      <a:pt x="1073" y="2124"/>
                      <a:pt x="1512" y="1363"/>
                    </a:cubicBezTo>
                    <a:lnTo>
                      <a:pt x="1765" y="1514"/>
                    </a:lnTo>
                    <a:cubicBezTo>
                      <a:pt x="1785" y="1526"/>
                      <a:pt x="1806" y="1531"/>
                      <a:pt x="1827" y="1531"/>
                    </a:cubicBezTo>
                    <a:cubicBezTo>
                      <a:pt x="1888" y="1531"/>
                      <a:pt x="1946" y="1484"/>
                      <a:pt x="1951" y="1416"/>
                    </a:cubicBezTo>
                    <a:lnTo>
                      <a:pt x="2043" y="134"/>
                    </a:lnTo>
                    <a:cubicBezTo>
                      <a:pt x="2049" y="57"/>
                      <a:pt x="1988" y="0"/>
                      <a:pt x="192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8" name="Google Shape;398;p52"/>
              <p:cNvSpPr/>
              <p:nvPr/>
            </p:nvSpPr>
            <p:spPr>
              <a:xfrm>
                <a:off x="4206459" y="1662910"/>
                <a:ext cx="8230" cy="31785"/>
              </a:xfrm>
              <a:custGeom>
                <a:avLst/>
                <a:gdLst/>
                <a:ahLst/>
                <a:cxnLst/>
                <a:rect l="l" t="t" r="r" b="b"/>
                <a:pathLst>
                  <a:path w="645" h="2491" extrusionOk="0">
                    <a:moveTo>
                      <a:pt x="371" y="1"/>
                    </a:moveTo>
                    <a:cubicBezTo>
                      <a:pt x="249" y="1"/>
                      <a:pt x="141" y="89"/>
                      <a:pt x="121" y="212"/>
                    </a:cubicBezTo>
                    <a:cubicBezTo>
                      <a:pt x="41" y="709"/>
                      <a:pt x="1" y="1212"/>
                      <a:pt x="1" y="1714"/>
                    </a:cubicBezTo>
                    <a:cubicBezTo>
                      <a:pt x="1" y="1895"/>
                      <a:pt x="7" y="2078"/>
                      <a:pt x="19" y="2259"/>
                    </a:cubicBezTo>
                    <a:cubicBezTo>
                      <a:pt x="31" y="2390"/>
                      <a:pt x="140" y="2490"/>
                      <a:pt x="270" y="2490"/>
                    </a:cubicBezTo>
                    <a:cubicBezTo>
                      <a:pt x="277" y="2490"/>
                      <a:pt x="284" y="2490"/>
                      <a:pt x="291" y="2489"/>
                    </a:cubicBezTo>
                    <a:cubicBezTo>
                      <a:pt x="428" y="2480"/>
                      <a:pt x="534" y="2361"/>
                      <a:pt x="526" y="2222"/>
                    </a:cubicBezTo>
                    <a:cubicBezTo>
                      <a:pt x="517" y="2054"/>
                      <a:pt x="510" y="1884"/>
                      <a:pt x="510" y="1714"/>
                    </a:cubicBezTo>
                    <a:cubicBezTo>
                      <a:pt x="512" y="1240"/>
                      <a:pt x="549" y="766"/>
                      <a:pt x="622" y="297"/>
                    </a:cubicBezTo>
                    <a:cubicBezTo>
                      <a:pt x="645" y="163"/>
                      <a:pt x="557" y="35"/>
                      <a:pt x="422" y="6"/>
                    </a:cubicBezTo>
                    <a:cubicBezTo>
                      <a:pt x="405" y="2"/>
                      <a:pt x="388" y="1"/>
                      <a:pt x="37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9" name="Google Shape;399;p52"/>
              <p:cNvSpPr/>
              <p:nvPr/>
            </p:nvSpPr>
            <p:spPr>
              <a:xfrm>
                <a:off x="4216194" y="1730768"/>
                <a:ext cx="14227" cy="19446"/>
              </a:xfrm>
              <a:custGeom>
                <a:avLst/>
                <a:gdLst/>
                <a:ahLst/>
                <a:cxnLst/>
                <a:rect l="l" t="t" r="r" b="b"/>
                <a:pathLst>
                  <a:path w="1115" h="1524" extrusionOk="0">
                    <a:moveTo>
                      <a:pt x="296" y="1"/>
                    </a:moveTo>
                    <a:cubicBezTo>
                      <a:pt x="267" y="1"/>
                      <a:pt x="237" y="5"/>
                      <a:pt x="208" y="15"/>
                    </a:cubicBezTo>
                    <a:lnTo>
                      <a:pt x="171" y="28"/>
                    </a:lnTo>
                    <a:cubicBezTo>
                      <a:pt x="58" y="67"/>
                      <a:pt x="0" y="193"/>
                      <a:pt x="47" y="304"/>
                    </a:cubicBezTo>
                    <a:cubicBezTo>
                      <a:pt x="205" y="675"/>
                      <a:pt x="384" y="1035"/>
                      <a:pt x="588" y="1385"/>
                    </a:cubicBezTo>
                    <a:cubicBezTo>
                      <a:pt x="637" y="1469"/>
                      <a:pt x="728" y="1524"/>
                      <a:pt x="822" y="1524"/>
                    </a:cubicBezTo>
                    <a:cubicBezTo>
                      <a:pt x="850" y="1524"/>
                      <a:pt x="879" y="1519"/>
                      <a:pt x="906" y="1508"/>
                    </a:cubicBezTo>
                    <a:cubicBezTo>
                      <a:pt x="1052" y="1450"/>
                      <a:pt x="1115" y="1277"/>
                      <a:pt x="1036" y="1141"/>
                    </a:cubicBezTo>
                    <a:cubicBezTo>
                      <a:pt x="852" y="826"/>
                      <a:pt x="687" y="499"/>
                      <a:pt x="543" y="164"/>
                    </a:cubicBezTo>
                    <a:cubicBezTo>
                      <a:pt x="499" y="63"/>
                      <a:pt x="400" y="1"/>
                      <a:pt x="29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0" name="Google Shape;400;p52"/>
              <p:cNvSpPr/>
              <p:nvPr/>
            </p:nvSpPr>
            <p:spPr>
              <a:xfrm>
                <a:off x="4207607" y="1699506"/>
                <a:ext cx="12045" cy="27153"/>
              </a:xfrm>
              <a:custGeom>
                <a:avLst/>
                <a:gdLst/>
                <a:ahLst/>
                <a:cxnLst/>
                <a:rect l="l" t="t" r="r" b="b"/>
                <a:pathLst>
                  <a:path w="944" h="2128" extrusionOk="0">
                    <a:moveTo>
                      <a:pt x="273" y="0"/>
                    </a:moveTo>
                    <a:cubicBezTo>
                      <a:pt x="261" y="0"/>
                      <a:pt x="249" y="1"/>
                      <a:pt x="238" y="3"/>
                    </a:cubicBezTo>
                    <a:cubicBezTo>
                      <a:pt x="98" y="22"/>
                      <a:pt x="1" y="150"/>
                      <a:pt x="20" y="289"/>
                    </a:cubicBezTo>
                    <a:lnTo>
                      <a:pt x="21" y="289"/>
                    </a:lnTo>
                    <a:cubicBezTo>
                      <a:pt x="105" y="854"/>
                      <a:pt x="238" y="1412"/>
                      <a:pt x="417" y="1955"/>
                    </a:cubicBezTo>
                    <a:cubicBezTo>
                      <a:pt x="454" y="2061"/>
                      <a:pt x="553" y="2127"/>
                      <a:pt x="658" y="2127"/>
                    </a:cubicBezTo>
                    <a:cubicBezTo>
                      <a:pt x="686" y="2127"/>
                      <a:pt x="714" y="2123"/>
                      <a:pt x="742" y="2113"/>
                    </a:cubicBezTo>
                    <a:cubicBezTo>
                      <a:pt x="875" y="2067"/>
                      <a:pt x="944" y="1923"/>
                      <a:pt x="899" y="1790"/>
                    </a:cubicBezTo>
                    <a:cubicBezTo>
                      <a:pt x="731" y="1279"/>
                      <a:pt x="604" y="754"/>
                      <a:pt x="526" y="220"/>
                    </a:cubicBezTo>
                    <a:cubicBezTo>
                      <a:pt x="508" y="93"/>
                      <a:pt x="398" y="0"/>
                      <a:pt x="27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01" name="Google Shape;401;p52"/>
            <p:cNvGrpSpPr/>
            <p:nvPr/>
          </p:nvGrpSpPr>
          <p:grpSpPr>
            <a:xfrm>
              <a:off x="5373836" y="2406525"/>
              <a:ext cx="65349" cy="316122"/>
              <a:chOff x="4889463" y="1423737"/>
              <a:chExt cx="29552" cy="142899"/>
            </a:xfrm>
          </p:grpSpPr>
          <p:sp>
            <p:nvSpPr>
              <p:cNvPr id="402" name="Google Shape;402;p52"/>
              <p:cNvSpPr/>
              <p:nvPr/>
            </p:nvSpPr>
            <p:spPr>
              <a:xfrm>
                <a:off x="4889463" y="1515647"/>
                <a:ext cx="26158" cy="50989"/>
              </a:xfrm>
              <a:custGeom>
                <a:avLst/>
                <a:gdLst/>
                <a:ahLst/>
                <a:cxnLst/>
                <a:rect l="l" t="t" r="r" b="b"/>
                <a:pathLst>
                  <a:path w="2050" h="3996" extrusionOk="0">
                    <a:moveTo>
                      <a:pt x="1772" y="0"/>
                    </a:moveTo>
                    <a:cubicBezTo>
                      <a:pt x="1653" y="0"/>
                      <a:pt x="1547" y="82"/>
                      <a:pt x="1518" y="201"/>
                    </a:cubicBezTo>
                    <a:cubicBezTo>
                      <a:pt x="1307" y="1053"/>
                      <a:pt x="977" y="1872"/>
                      <a:pt x="540" y="2634"/>
                    </a:cubicBezTo>
                    <a:lnTo>
                      <a:pt x="285" y="2482"/>
                    </a:lnTo>
                    <a:cubicBezTo>
                      <a:pt x="265" y="2470"/>
                      <a:pt x="244" y="2465"/>
                      <a:pt x="223" y="2465"/>
                    </a:cubicBezTo>
                    <a:cubicBezTo>
                      <a:pt x="162" y="2465"/>
                      <a:pt x="104" y="2511"/>
                      <a:pt x="99" y="2579"/>
                    </a:cubicBezTo>
                    <a:lnTo>
                      <a:pt x="6" y="3864"/>
                    </a:lnTo>
                    <a:cubicBezTo>
                      <a:pt x="0" y="3939"/>
                      <a:pt x="62" y="3995"/>
                      <a:pt x="129" y="3995"/>
                    </a:cubicBezTo>
                    <a:cubicBezTo>
                      <a:pt x="152" y="3995"/>
                      <a:pt x="174" y="3989"/>
                      <a:pt x="195" y="3976"/>
                    </a:cubicBezTo>
                    <a:lnTo>
                      <a:pt x="1278" y="3279"/>
                    </a:lnTo>
                    <a:cubicBezTo>
                      <a:pt x="1355" y="3229"/>
                      <a:pt x="1353" y="3117"/>
                      <a:pt x="1275" y="3071"/>
                    </a:cubicBezTo>
                    <a:lnTo>
                      <a:pt x="978" y="2893"/>
                    </a:lnTo>
                    <a:cubicBezTo>
                      <a:pt x="1444" y="2085"/>
                      <a:pt x="1794" y="1213"/>
                      <a:pt x="2018" y="307"/>
                    </a:cubicBezTo>
                    <a:cubicBezTo>
                      <a:pt x="2050" y="171"/>
                      <a:pt x="1963" y="35"/>
                      <a:pt x="1826" y="6"/>
                    </a:cubicBezTo>
                    <a:cubicBezTo>
                      <a:pt x="1808" y="2"/>
                      <a:pt x="1790" y="0"/>
                      <a:pt x="177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3" name="Google Shape;403;p52"/>
              <p:cNvSpPr/>
              <p:nvPr/>
            </p:nvSpPr>
            <p:spPr>
              <a:xfrm>
                <a:off x="4910772" y="1479256"/>
                <a:ext cx="8243" cy="31785"/>
              </a:xfrm>
              <a:custGeom>
                <a:avLst/>
                <a:gdLst/>
                <a:ahLst/>
                <a:cxnLst/>
                <a:rect l="l" t="t" r="r" b="b"/>
                <a:pathLst>
                  <a:path w="646" h="2491" extrusionOk="0">
                    <a:moveTo>
                      <a:pt x="375" y="0"/>
                    </a:moveTo>
                    <a:cubicBezTo>
                      <a:pt x="368" y="0"/>
                      <a:pt x="361" y="1"/>
                      <a:pt x="354" y="1"/>
                    </a:cubicBezTo>
                    <a:cubicBezTo>
                      <a:pt x="216" y="11"/>
                      <a:pt x="111" y="129"/>
                      <a:pt x="119" y="269"/>
                    </a:cubicBezTo>
                    <a:cubicBezTo>
                      <a:pt x="128" y="438"/>
                      <a:pt x="135" y="607"/>
                      <a:pt x="135" y="776"/>
                    </a:cubicBezTo>
                    <a:cubicBezTo>
                      <a:pt x="135" y="1252"/>
                      <a:pt x="96" y="1724"/>
                      <a:pt x="23" y="2193"/>
                    </a:cubicBezTo>
                    <a:cubicBezTo>
                      <a:pt x="0" y="2328"/>
                      <a:pt x="88" y="2458"/>
                      <a:pt x="223" y="2485"/>
                    </a:cubicBezTo>
                    <a:cubicBezTo>
                      <a:pt x="240" y="2488"/>
                      <a:pt x="257" y="2490"/>
                      <a:pt x="274" y="2490"/>
                    </a:cubicBezTo>
                    <a:cubicBezTo>
                      <a:pt x="396" y="2490"/>
                      <a:pt x="504" y="2403"/>
                      <a:pt x="526" y="2278"/>
                    </a:cubicBezTo>
                    <a:cubicBezTo>
                      <a:pt x="604" y="1782"/>
                      <a:pt x="644" y="1279"/>
                      <a:pt x="646" y="776"/>
                    </a:cubicBezTo>
                    <a:cubicBezTo>
                      <a:pt x="646" y="595"/>
                      <a:pt x="638" y="413"/>
                      <a:pt x="626" y="232"/>
                    </a:cubicBezTo>
                    <a:cubicBezTo>
                      <a:pt x="616" y="101"/>
                      <a:pt x="505" y="0"/>
                      <a:pt x="37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4" name="Google Shape;404;p52"/>
              <p:cNvSpPr/>
              <p:nvPr/>
            </p:nvSpPr>
            <p:spPr>
              <a:xfrm>
                <a:off x="4895052" y="1423737"/>
                <a:ext cx="14215" cy="19446"/>
              </a:xfrm>
              <a:custGeom>
                <a:avLst/>
                <a:gdLst/>
                <a:ahLst/>
                <a:cxnLst/>
                <a:rect l="l" t="t" r="r" b="b"/>
                <a:pathLst>
                  <a:path w="1114" h="1524" extrusionOk="0">
                    <a:moveTo>
                      <a:pt x="293" y="1"/>
                    </a:moveTo>
                    <a:cubicBezTo>
                      <a:pt x="265" y="1"/>
                      <a:pt x="236" y="5"/>
                      <a:pt x="209" y="16"/>
                    </a:cubicBezTo>
                    <a:cubicBezTo>
                      <a:pt x="62" y="74"/>
                      <a:pt x="1" y="246"/>
                      <a:pt x="79" y="383"/>
                    </a:cubicBezTo>
                    <a:cubicBezTo>
                      <a:pt x="262" y="698"/>
                      <a:pt x="427" y="1025"/>
                      <a:pt x="573" y="1359"/>
                    </a:cubicBezTo>
                    <a:cubicBezTo>
                      <a:pt x="615" y="1461"/>
                      <a:pt x="714" y="1523"/>
                      <a:pt x="819" y="1523"/>
                    </a:cubicBezTo>
                    <a:cubicBezTo>
                      <a:pt x="848" y="1523"/>
                      <a:pt x="878" y="1518"/>
                      <a:pt x="907" y="1508"/>
                    </a:cubicBezTo>
                    <a:lnTo>
                      <a:pt x="942" y="1495"/>
                    </a:lnTo>
                    <a:cubicBezTo>
                      <a:pt x="1056" y="1457"/>
                      <a:pt x="1114" y="1331"/>
                      <a:pt x="1067" y="1220"/>
                    </a:cubicBezTo>
                    <a:cubicBezTo>
                      <a:pt x="910" y="849"/>
                      <a:pt x="729" y="488"/>
                      <a:pt x="528" y="139"/>
                    </a:cubicBezTo>
                    <a:cubicBezTo>
                      <a:pt x="478" y="54"/>
                      <a:pt x="387" y="1"/>
                      <a:pt x="29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5" name="Google Shape;405;p52"/>
              <p:cNvSpPr/>
              <p:nvPr/>
            </p:nvSpPr>
            <p:spPr>
              <a:xfrm>
                <a:off x="4905783" y="1447292"/>
                <a:ext cx="12071" cy="27153"/>
              </a:xfrm>
              <a:custGeom>
                <a:avLst/>
                <a:gdLst/>
                <a:ahLst/>
                <a:cxnLst/>
                <a:rect l="l" t="t" r="r" b="b"/>
                <a:pathLst>
                  <a:path w="946" h="2128" extrusionOk="0">
                    <a:moveTo>
                      <a:pt x="288" y="0"/>
                    </a:moveTo>
                    <a:cubicBezTo>
                      <a:pt x="260" y="0"/>
                      <a:pt x="232" y="5"/>
                      <a:pt x="204" y="15"/>
                    </a:cubicBezTo>
                    <a:cubicBezTo>
                      <a:pt x="71" y="61"/>
                      <a:pt x="1" y="205"/>
                      <a:pt x="47" y="338"/>
                    </a:cubicBezTo>
                    <a:cubicBezTo>
                      <a:pt x="215" y="850"/>
                      <a:pt x="342" y="1376"/>
                      <a:pt x="420" y="1909"/>
                    </a:cubicBezTo>
                    <a:cubicBezTo>
                      <a:pt x="438" y="2036"/>
                      <a:pt x="548" y="2128"/>
                      <a:pt x="673" y="2128"/>
                    </a:cubicBezTo>
                    <a:cubicBezTo>
                      <a:pt x="685" y="2128"/>
                      <a:pt x="696" y="2127"/>
                      <a:pt x="708" y="2125"/>
                    </a:cubicBezTo>
                    <a:cubicBezTo>
                      <a:pt x="848" y="2106"/>
                      <a:pt x="945" y="1978"/>
                      <a:pt x="926" y="1839"/>
                    </a:cubicBezTo>
                    <a:lnTo>
                      <a:pt x="925" y="1839"/>
                    </a:lnTo>
                    <a:cubicBezTo>
                      <a:pt x="841" y="1273"/>
                      <a:pt x="708" y="716"/>
                      <a:pt x="529" y="173"/>
                    </a:cubicBezTo>
                    <a:cubicBezTo>
                      <a:pt x="492" y="67"/>
                      <a:pt x="393" y="0"/>
                      <a:pt x="28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06" name="Google Shape;406;p52"/>
            <p:cNvGrpSpPr/>
            <p:nvPr/>
          </p:nvGrpSpPr>
          <p:grpSpPr>
            <a:xfrm>
              <a:off x="5113344" y="3409002"/>
              <a:ext cx="240261" cy="222208"/>
              <a:chOff x="4771663" y="1876896"/>
              <a:chExt cx="108651" cy="100447"/>
            </a:xfrm>
          </p:grpSpPr>
          <p:sp>
            <p:nvSpPr>
              <p:cNvPr id="407" name="Google Shape;407;p52"/>
              <p:cNvSpPr/>
              <p:nvPr/>
            </p:nvSpPr>
            <p:spPr>
              <a:xfrm>
                <a:off x="4771663" y="1951210"/>
                <a:ext cx="53184" cy="26132"/>
              </a:xfrm>
              <a:custGeom>
                <a:avLst/>
                <a:gdLst/>
                <a:ahLst/>
                <a:cxnLst/>
                <a:rect l="l" t="t" r="r" b="b"/>
                <a:pathLst>
                  <a:path w="4168" h="2048" extrusionOk="0">
                    <a:moveTo>
                      <a:pt x="3871" y="0"/>
                    </a:moveTo>
                    <a:cubicBezTo>
                      <a:pt x="3824" y="0"/>
                      <a:pt x="3777" y="13"/>
                      <a:pt x="3735" y="39"/>
                    </a:cubicBezTo>
                    <a:cubicBezTo>
                      <a:pt x="2982" y="492"/>
                      <a:pt x="2170" y="838"/>
                      <a:pt x="1323" y="1067"/>
                    </a:cubicBezTo>
                    <a:lnTo>
                      <a:pt x="1249" y="780"/>
                    </a:lnTo>
                    <a:cubicBezTo>
                      <a:pt x="1235" y="721"/>
                      <a:pt x="1183" y="687"/>
                      <a:pt x="1130" y="687"/>
                    </a:cubicBezTo>
                    <a:cubicBezTo>
                      <a:pt x="1102" y="687"/>
                      <a:pt x="1073" y="696"/>
                      <a:pt x="1049" y="717"/>
                    </a:cubicBezTo>
                    <a:lnTo>
                      <a:pt x="76" y="1560"/>
                    </a:lnTo>
                    <a:cubicBezTo>
                      <a:pt x="0" y="1625"/>
                      <a:pt x="32" y="1750"/>
                      <a:pt x="130" y="1773"/>
                    </a:cubicBezTo>
                    <a:lnTo>
                      <a:pt x="1389" y="2045"/>
                    </a:lnTo>
                    <a:cubicBezTo>
                      <a:pt x="1398" y="2047"/>
                      <a:pt x="1407" y="2048"/>
                      <a:pt x="1416" y="2048"/>
                    </a:cubicBezTo>
                    <a:cubicBezTo>
                      <a:pt x="1493" y="2048"/>
                      <a:pt x="1555" y="1975"/>
                      <a:pt x="1534" y="1894"/>
                    </a:cubicBezTo>
                    <a:lnTo>
                      <a:pt x="1450" y="1561"/>
                    </a:lnTo>
                    <a:cubicBezTo>
                      <a:pt x="2351" y="1318"/>
                      <a:pt x="3214" y="950"/>
                      <a:pt x="4013" y="466"/>
                    </a:cubicBezTo>
                    <a:cubicBezTo>
                      <a:pt x="4132" y="392"/>
                      <a:pt x="4167" y="235"/>
                      <a:pt x="4090" y="119"/>
                    </a:cubicBezTo>
                    <a:cubicBezTo>
                      <a:pt x="4039" y="42"/>
                      <a:pt x="3956" y="0"/>
                      <a:pt x="387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8" name="Google Shape;408;p52"/>
              <p:cNvSpPr/>
              <p:nvPr/>
            </p:nvSpPr>
            <p:spPr>
              <a:xfrm>
                <a:off x="4826850" y="1927897"/>
                <a:ext cx="26081" cy="23529"/>
              </a:xfrm>
              <a:custGeom>
                <a:avLst/>
                <a:gdLst/>
                <a:ahLst/>
                <a:cxnLst/>
                <a:rect l="l" t="t" r="r" b="b"/>
                <a:pathLst>
                  <a:path w="2044" h="1844" extrusionOk="0">
                    <a:moveTo>
                      <a:pt x="1760" y="1"/>
                    </a:moveTo>
                    <a:cubicBezTo>
                      <a:pt x="1689" y="1"/>
                      <a:pt x="1619" y="31"/>
                      <a:pt x="1568" y="88"/>
                    </a:cubicBezTo>
                    <a:cubicBezTo>
                      <a:pt x="1456" y="215"/>
                      <a:pt x="1341" y="338"/>
                      <a:pt x="1221" y="458"/>
                    </a:cubicBezTo>
                    <a:cubicBezTo>
                      <a:pt x="885" y="793"/>
                      <a:pt x="524" y="1102"/>
                      <a:pt x="140" y="1380"/>
                    </a:cubicBezTo>
                    <a:cubicBezTo>
                      <a:pt x="29" y="1460"/>
                      <a:pt x="1" y="1612"/>
                      <a:pt x="74" y="1728"/>
                    </a:cubicBezTo>
                    <a:cubicBezTo>
                      <a:pt x="124" y="1803"/>
                      <a:pt x="205" y="1844"/>
                      <a:pt x="288" y="1844"/>
                    </a:cubicBezTo>
                    <a:cubicBezTo>
                      <a:pt x="339" y="1844"/>
                      <a:pt x="391" y="1828"/>
                      <a:pt x="436" y="1797"/>
                    </a:cubicBezTo>
                    <a:cubicBezTo>
                      <a:pt x="843" y="1500"/>
                      <a:pt x="1226" y="1174"/>
                      <a:pt x="1581" y="820"/>
                    </a:cubicBezTo>
                    <a:cubicBezTo>
                      <a:pt x="1711" y="690"/>
                      <a:pt x="1834" y="557"/>
                      <a:pt x="1954" y="421"/>
                    </a:cubicBezTo>
                    <a:cubicBezTo>
                      <a:pt x="2044" y="315"/>
                      <a:pt x="2033" y="155"/>
                      <a:pt x="1927" y="64"/>
                    </a:cubicBezTo>
                    <a:cubicBezTo>
                      <a:pt x="1879" y="22"/>
                      <a:pt x="1819" y="1"/>
                      <a:pt x="176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9" name="Google Shape;409;p52"/>
              <p:cNvSpPr/>
              <p:nvPr/>
            </p:nvSpPr>
            <p:spPr>
              <a:xfrm>
                <a:off x="4868600" y="1876896"/>
                <a:ext cx="11714" cy="20531"/>
              </a:xfrm>
              <a:custGeom>
                <a:avLst/>
                <a:gdLst/>
                <a:ahLst/>
                <a:cxnLst/>
                <a:rect l="l" t="t" r="r" b="b"/>
                <a:pathLst>
                  <a:path w="918" h="1609" extrusionOk="0">
                    <a:moveTo>
                      <a:pt x="642" y="0"/>
                    </a:moveTo>
                    <a:cubicBezTo>
                      <a:pt x="531" y="0"/>
                      <a:pt x="426" y="74"/>
                      <a:pt x="396" y="189"/>
                    </a:cubicBezTo>
                    <a:cubicBezTo>
                      <a:pt x="301" y="543"/>
                      <a:pt x="187" y="889"/>
                      <a:pt x="53" y="1228"/>
                    </a:cubicBezTo>
                    <a:cubicBezTo>
                      <a:pt x="0" y="1360"/>
                      <a:pt x="58" y="1509"/>
                      <a:pt x="184" y="1571"/>
                    </a:cubicBezTo>
                    <a:lnTo>
                      <a:pt x="218" y="1587"/>
                    </a:lnTo>
                    <a:cubicBezTo>
                      <a:pt x="248" y="1602"/>
                      <a:pt x="280" y="1608"/>
                      <a:pt x="311" y="1608"/>
                    </a:cubicBezTo>
                    <a:cubicBezTo>
                      <a:pt x="392" y="1608"/>
                      <a:pt x="469" y="1561"/>
                      <a:pt x="501" y="1480"/>
                    </a:cubicBezTo>
                    <a:cubicBezTo>
                      <a:pt x="653" y="1107"/>
                      <a:pt x="780" y="724"/>
                      <a:pt x="886" y="333"/>
                    </a:cubicBezTo>
                    <a:cubicBezTo>
                      <a:pt x="918" y="210"/>
                      <a:pt x="862" y="74"/>
                      <a:pt x="746" y="22"/>
                    </a:cubicBezTo>
                    <a:cubicBezTo>
                      <a:pt x="712" y="7"/>
                      <a:pt x="677" y="0"/>
                      <a:pt x="64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0" name="Google Shape;410;p52"/>
              <p:cNvSpPr/>
              <p:nvPr/>
            </p:nvSpPr>
            <p:spPr>
              <a:xfrm>
                <a:off x="4852804" y="1901038"/>
                <a:ext cx="18528" cy="24589"/>
              </a:xfrm>
              <a:custGeom>
                <a:avLst/>
                <a:gdLst/>
                <a:ahLst/>
                <a:cxnLst/>
                <a:rect l="l" t="t" r="r" b="b"/>
                <a:pathLst>
                  <a:path w="1452" h="1927" extrusionOk="0">
                    <a:moveTo>
                      <a:pt x="1159" y="1"/>
                    </a:moveTo>
                    <a:cubicBezTo>
                      <a:pt x="1064" y="1"/>
                      <a:pt x="974" y="53"/>
                      <a:pt x="931" y="143"/>
                    </a:cubicBezTo>
                    <a:cubicBezTo>
                      <a:pt x="689" y="625"/>
                      <a:pt x="405" y="1085"/>
                      <a:pt x="85" y="1519"/>
                    </a:cubicBezTo>
                    <a:cubicBezTo>
                      <a:pt x="0" y="1631"/>
                      <a:pt x="21" y="1790"/>
                      <a:pt x="135" y="1874"/>
                    </a:cubicBezTo>
                    <a:cubicBezTo>
                      <a:pt x="181" y="1909"/>
                      <a:pt x="235" y="1926"/>
                      <a:pt x="289" y="1926"/>
                    </a:cubicBezTo>
                    <a:cubicBezTo>
                      <a:pt x="366" y="1926"/>
                      <a:pt x="441" y="1892"/>
                      <a:pt x="492" y="1826"/>
                    </a:cubicBezTo>
                    <a:cubicBezTo>
                      <a:pt x="831" y="1367"/>
                      <a:pt x="1132" y="878"/>
                      <a:pt x="1389" y="368"/>
                    </a:cubicBezTo>
                    <a:cubicBezTo>
                      <a:pt x="1451" y="241"/>
                      <a:pt x="1398" y="87"/>
                      <a:pt x="1270" y="26"/>
                    </a:cubicBezTo>
                    <a:cubicBezTo>
                      <a:pt x="1234" y="9"/>
                      <a:pt x="1196" y="1"/>
                      <a:pt x="115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51"/>
          <p:cNvSpPr txBox="1">
            <a:spLocks noGrp="1"/>
          </p:cNvSpPr>
          <p:nvPr>
            <p:ph type="title"/>
          </p:nvPr>
        </p:nvSpPr>
        <p:spPr>
          <a:xfrm>
            <a:off x="878362" y="732986"/>
            <a:ext cx="5652000" cy="32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Chequeos</a:t>
            </a:r>
            <a:endParaRPr dirty="0"/>
          </a:p>
        </p:txBody>
      </p:sp>
      <p:sp>
        <p:nvSpPr>
          <p:cNvPr id="367" name="Google Shape;367;p51"/>
          <p:cNvSpPr txBox="1">
            <a:spLocks noGrp="1"/>
          </p:cNvSpPr>
          <p:nvPr>
            <p:ph type="body" idx="1"/>
          </p:nvPr>
        </p:nvSpPr>
        <p:spPr>
          <a:xfrm>
            <a:off x="2280462" y="1781569"/>
            <a:ext cx="5234700" cy="2736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▶"/>
            </a:pPr>
            <a:r>
              <a:rPr lang="en-US" dirty="0" err="1"/>
              <a:t>Bateria</a:t>
            </a:r>
            <a:r>
              <a:rPr lang="en-US" dirty="0"/>
              <a:t> :  </a:t>
            </a:r>
            <a:r>
              <a:rPr lang="en-US" dirty="0" err="1"/>
              <a:t>niveles</a:t>
            </a:r>
            <a:r>
              <a:rPr lang="en-US" dirty="0"/>
              <a:t> de carga UPS y </a:t>
            </a:r>
            <a:r>
              <a:rPr lang="en-US" dirty="0" err="1"/>
              <a:t>generador</a:t>
            </a:r>
            <a:endParaRPr lang="en-US" dirty="0"/>
          </a:p>
          <a:p>
            <a:pPr marL="139700" lvl="0" indent="0" algn="l" rtl="0"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▶"/>
            </a:pPr>
            <a:r>
              <a:rPr lang="en" dirty="0"/>
              <a:t>Carga nafta de Generador / reemplazo baterias UPS</a:t>
            </a:r>
            <a:br>
              <a:rPr lang="en" dirty="0"/>
            </a:br>
            <a:endParaRPr dirty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▶"/>
            </a:pPr>
            <a:r>
              <a:rPr lang="en" dirty="0"/>
              <a:t>Linea de suministro de uso actual</a:t>
            </a:r>
            <a:br>
              <a:rPr lang="en" dirty="0"/>
            </a:br>
            <a:endParaRPr dirty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▶"/>
            </a:pPr>
            <a:r>
              <a:rPr lang="en" dirty="0"/>
              <a:t>Temperaturas de ambiente promedio &lt; 26*</a:t>
            </a:r>
            <a:br>
              <a:rPr lang="en" dirty="0"/>
            </a:br>
            <a:endParaRPr dirty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▶"/>
            </a:pPr>
            <a:r>
              <a:rPr lang="en" dirty="0"/>
              <a:t>Funcionamiento PROD LAB NAS y aires acc.</a:t>
            </a: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▶"/>
            </a:pPr>
            <a:endParaRPr lang="en" dirty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▶"/>
            </a:pPr>
            <a:r>
              <a:rPr lang="en" dirty="0"/>
              <a:t>DisasterRecovery CABA</a:t>
            </a:r>
            <a:endParaRPr dirty="0"/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68" name="Google Shape;368;p51"/>
          <p:cNvSpPr txBox="1">
            <a:spLocks noGrp="1"/>
          </p:cNvSpPr>
          <p:nvPr>
            <p:ph type="subTitle" idx="2"/>
          </p:nvPr>
        </p:nvSpPr>
        <p:spPr>
          <a:xfrm>
            <a:off x="2399929" y="1407221"/>
            <a:ext cx="5743200" cy="261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Siempre verificar</a:t>
            </a:r>
            <a:endParaRPr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58"/>
          <p:cNvSpPr txBox="1">
            <a:spLocks noGrp="1"/>
          </p:cNvSpPr>
          <p:nvPr>
            <p:ph type="ctrTitle"/>
          </p:nvPr>
        </p:nvSpPr>
        <p:spPr>
          <a:xfrm>
            <a:off x="1283932" y="1228835"/>
            <a:ext cx="3557400" cy="97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Gracias!</a:t>
            </a:r>
            <a:endParaRPr dirty="0"/>
          </a:p>
        </p:txBody>
      </p:sp>
      <p:sp>
        <p:nvSpPr>
          <p:cNvPr id="517" name="Google Shape;517;p58"/>
          <p:cNvSpPr txBox="1">
            <a:spLocks noGrp="1"/>
          </p:cNvSpPr>
          <p:nvPr>
            <p:ph type="subTitle" idx="4294967295"/>
          </p:nvPr>
        </p:nvSpPr>
        <p:spPr>
          <a:xfrm>
            <a:off x="1347730" y="2159622"/>
            <a:ext cx="3557400" cy="33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Consultas, dudas?</a:t>
            </a:r>
            <a:endParaRPr/>
          </a:p>
        </p:txBody>
      </p:sp>
      <p:sp>
        <p:nvSpPr>
          <p:cNvPr id="518" name="Google Shape;518;p58"/>
          <p:cNvSpPr/>
          <p:nvPr/>
        </p:nvSpPr>
        <p:spPr>
          <a:xfrm>
            <a:off x="1438405" y="3378219"/>
            <a:ext cx="299356" cy="299660"/>
          </a:xfrm>
          <a:custGeom>
            <a:avLst/>
            <a:gdLst/>
            <a:ahLst/>
            <a:cxnLst/>
            <a:rect l="l" t="t" r="r" b="b"/>
            <a:pathLst>
              <a:path w="10860" h="10872" extrusionOk="0">
                <a:moveTo>
                  <a:pt x="5430" y="1"/>
                </a:moveTo>
                <a:cubicBezTo>
                  <a:pt x="3990" y="1"/>
                  <a:pt x="2608" y="560"/>
                  <a:pt x="1596" y="1584"/>
                </a:cubicBezTo>
                <a:cubicBezTo>
                  <a:pt x="561" y="2620"/>
                  <a:pt x="1" y="3989"/>
                  <a:pt x="1" y="5430"/>
                </a:cubicBezTo>
                <a:cubicBezTo>
                  <a:pt x="1" y="6561"/>
                  <a:pt x="346" y="7645"/>
                  <a:pt x="1001" y="8573"/>
                </a:cubicBezTo>
                <a:cubicBezTo>
                  <a:pt x="1632" y="9466"/>
                  <a:pt x="2513" y="10145"/>
                  <a:pt x="3537" y="10538"/>
                </a:cubicBezTo>
                <a:cubicBezTo>
                  <a:pt x="3559" y="10544"/>
                  <a:pt x="3579" y="10547"/>
                  <a:pt x="3599" y="10547"/>
                </a:cubicBezTo>
                <a:cubicBezTo>
                  <a:pt x="3656" y="10547"/>
                  <a:pt x="3704" y="10522"/>
                  <a:pt x="3740" y="10478"/>
                </a:cubicBezTo>
                <a:cubicBezTo>
                  <a:pt x="3763" y="10443"/>
                  <a:pt x="3763" y="10395"/>
                  <a:pt x="3763" y="10371"/>
                </a:cubicBezTo>
                <a:lnTo>
                  <a:pt x="3763" y="7275"/>
                </a:lnTo>
                <a:cubicBezTo>
                  <a:pt x="3763" y="7180"/>
                  <a:pt x="3692" y="7097"/>
                  <a:pt x="3585" y="7097"/>
                </a:cubicBezTo>
                <a:lnTo>
                  <a:pt x="2156" y="7097"/>
                </a:lnTo>
                <a:lnTo>
                  <a:pt x="2156" y="5835"/>
                </a:lnTo>
                <a:lnTo>
                  <a:pt x="3585" y="5835"/>
                </a:lnTo>
                <a:cubicBezTo>
                  <a:pt x="3680" y="5835"/>
                  <a:pt x="3763" y="5751"/>
                  <a:pt x="3763" y="5656"/>
                </a:cubicBezTo>
                <a:lnTo>
                  <a:pt x="3763" y="5430"/>
                </a:lnTo>
                <a:cubicBezTo>
                  <a:pt x="3763" y="3942"/>
                  <a:pt x="5180" y="2632"/>
                  <a:pt x="6799" y="2632"/>
                </a:cubicBezTo>
                <a:lnTo>
                  <a:pt x="7550" y="2632"/>
                </a:lnTo>
                <a:lnTo>
                  <a:pt x="7550" y="3894"/>
                </a:lnTo>
                <a:lnTo>
                  <a:pt x="6799" y="3894"/>
                </a:lnTo>
                <a:cubicBezTo>
                  <a:pt x="6311" y="3894"/>
                  <a:pt x="5883" y="4025"/>
                  <a:pt x="5561" y="4287"/>
                </a:cubicBezTo>
                <a:cubicBezTo>
                  <a:pt x="5228" y="4561"/>
                  <a:pt x="5025" y="4966"/>
                  <a:pt x="5025" y="5430"/>
                </a:cubicBezTo>
                <a:lnTo>
                  <a:pt x="5025" y="5656"/>
                </a:lnTo>
                <a:cubicBezTo>
                  <a:pt x="5025" y="5740"/>
                  <a:pt x="5109" y="5835"/>
                  <a:pt x="5204" y="5835"/>
                </a:cubicBezTo>
                <a:lnTo>
                  <a:pt x="5883" y="5835"/>
                </a:lnTo>
                <a:cubicBezTo>
                  <a:pt x="5966" y="5835"/>
                  <a:pt x="6061" y="5751"/>
                  <a:pt x="6061" y="5656"/>
                </a:cubicBezTo>
                <a:cubicBezTo>
                  <a:pt x="6061" y="5561"/>
                  <a:pt x="5978" y="5478"/>
                  <a:pt x="5883" y="5478"/>
                </a:cubicBezTo>
                <a:lnTo>
                  <a:pt x="5371" y="5478"/>
                </a:lnTo>
                <a:lnTo>
                  <a:pt x="5371" y="5418"/>
                </a:lnTo>
                <a:cubicBezTo>
                  <a:pt x="5371" y="4525"/>
                  <a:pt x="6145" y="4204"/>
                  <a:pt x="6799" y="4204"/>
                </a:cubicBezTo>
                <a:lnTo>
                  <a:pt x="7704" y="4204"/>
                </a:lnTo>
                <a:cubicBezTo>
                  <a:pt x="7800" y="4204"/>
                  <a:pt x="7883" y="4132"/>
                  <a:pt x="7883" y="4025"/>
                </a:cubicBezTo>
                <a:lnTo>
                  <a:pt x="7883" y="2418"/>
                </a:lnTo>
                <a:cubicBezTo>
                  <a:pt x="7883" y="2334"/>
                  <a:pt x="7811" y="2239"/>
                  <a:pt x="7704" y="2239"/>
                </a:cubicBezTo>
                <a:lnTo>
                  <a:pt x="6799" y="2239"/>
                </a:lnTo>
                <a:cubicBezTo>
                  <a:pt x="5966" y="2239"/>
                  <a:pt x="5121" y="2572"/>
                  <a:pt x="4466" y="3156"/>
                </a:cubicBezTo>
                <a:cubicBezTo>
                  <a:pt x="3799" y="3763"/>
                  <a:pt x="3418" y="4549"/>
                  <a:pt x="3418" y="5382"/>
                </a:cubicBezTo>
                <a:lnTo>
                  <a:pt x="3418" y="5442"/>
                </a:lnTo>
                <a:lnTo>
                  <a:pt x="1989" y="5442"/>
                </a:lnTo>
                <a:cubicBezTo>
                  <a:pt x="1906" y="5442"/>
                  <a:pt x="1811" y="5513"/>
                  <a:pt x="1811" y="5620"/>
                </a:cubicBezTo>
                <a:lnTo>
                  <a:pt x="1811" y="7228"/>
                </a:lnTo>
                <a:cubicBezTo>
                  <a:pt x="1811" y="7323"/>
                  <a:pt x="1894" y="7406"/>
                  <a:pt x="1989" y="7406"/>
                </a:cubicBezTo>
                <a:lnTo>
                  <a:pt x="3418" y="7406"/>
                </a:lnTo>
                <a:lnTo>
                  <a:pt x="3418" y="10085"/>
                </a:lnTo>
                <a:cubicBezTo>
                  <a:pt x="1561" y="9300"/>
                  <a:pt x="346" y="7442"/>
                  <a:pt x="346" y="5418"/>
                </a:cubicBezTo>
                <a:cubicBezTo>
                  <a:pt x="346" y="2596"/>
                  <a:pt x="2620" y="322"/>
                  <a:pt x="5430" y="322"/>
                </a:cubicBezTo>
                <a:cubicBezTo>
                  <a:pt x="8228" y="322"/>
                  <a:pt x="10526" y="2620"/>
                  <a:pt x="10526" y="5418"/>
                </a:cubicBezTo>
                <a:cubicBezTo>
                  <a:pt x="10526" y="8228"/>
                  <a:pt x="8240" y="10502"/>
                  <a:pt x="5430" y="10502"/>
                </a:cubicBezTo>
                <a:lnTo>
                  <a:pt x="5371" y="10502"/>
                </a:lnTo>
                <a:lnTo>
                  <a:pt x="5371" y="7418"/>
                </a:lnTo>
                <a:lnTo>
                  <a:pt x="7728" y="7418"/>
                </a:lnTo>
                <a:cubicBezTo>
                  <a:pt x="7811" y="7418"/>
                  <a:pt x="7907" y="7347"/>
                  <a:pt x="7907" y="7240"/>
                </a:cubicBezTo>
                <a:lnTo>
                  <a:pt x="7907" y="5656"/>
                </a:lnTo>
                <a:cubicBezTo>
                  <a:pt x="7907" y="5561"/>
                  <a:pt x="7823" y="5478"/>
                  <a:pt x="7728" y="5478"/>
                </a:cubicBezTo>
                <a:lnTo>
                  <a:pt x="6728" y="5478"/>
                </a:lnTo>
                <a:cubicBezTo>
                  <a:pt x="6633" y="5478"/>
                  <a:pt x="6549" y="5549"/>
                  <a:pt x="6549" y="5656"/>
                </a:cubicBezTo>
                <a:cubicBezTo>
                  <a:pt x="6549" y="5740"/>
                  <a:pt x="6621" y="5835"/>
                  <a:pt x="6728" y="5835"/>
                </a:cubicBezTo>
                <a:lnTo>
                  <a:pt x="7561" y="5835"/>
                </a:lnTo>
                <a:lnTo>
                  <a:pt x="7561" y="7097"/>
                </a:lnTo>
                <a:lnTo>
                  <a:pt x="5204" y="7097"/>
                </a:lnTo>
                <a:cubicBezTo>
                  <a:pt x="5121" y="7097"/>
                  <a:pt x="5025" y="7168"/>
                  <a:pt x="5025" y="7275"/>
                </a:cubicBezTo>
                <a:lnTo>
                  <a:pt x="5025" y="10693"/>
                </a:lnTo>
                <a:cubicBezTo>
                  <a:pt x="5025" y="10788"/>
                  <a:pt x="5109" y="10859"/>
                  <a:pt x="5192" y="10871"/>
                </a:cubicBezTo>
                <a:lnTo>
                  <a:pt x="5430" y="10871"/>
                </a:lnTo>
                <a:cubicBezTo>
                  <a:pt x="6871" y="10871"/>
                  <a:pt x="8240" y="10312"/>
                  <a:pt x="9276" y="9288"/>
                </a:cubicBezTo>
                <a:cubicBezTo>
                  <a:pt x="10300" y="8252"/>
                  <a:pt x="10859" y="6883"/>
                  <a:pt x="10859" y="5442"/>
                </a:cubicBezTo>
                <a:cubicBezTo>
                  <a:pt x="10859" y="3989"/>
                  <a:pt x="10300" y="2620"/>
                  <a:pt x="9276" y="1584"/>
                </a:cubicBezTo>
                <a:cubicBezTo>
                  <a:pt x="8240" y="560"/>
                  <a:pt x="6871" y="1"/>
                  <a:pt x="5430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19" name="Google Shape;519;p58"/>
          <p:cNvGrpSpPr/>
          <p:nvPr/>
        </p:nvGrpSpPr>
        <p:grpSpPr>
          <a:xfrm>
            <a:off x="1827430" y="3378698"/>
            <a:ext cx="299650" cy="299388"/>
            <a:chOff x="3303268" y="3817349"/>
            <a:chExt cx="346056" cy="345674"/>
          </a:xfrm>
        </p:grpSpPr>
        <p:sp>
          <p:nvSpPr>
            <p:cNvPr id="520" name="Google Shape;520;p58"/>
            <p:cNvSpPr/>
            <p:nvPr/>
          </p:nvSpPr>
          <p:spPr>
            <a:xfrm>
              <a:off x="3303268" y="3817349"/>
              <a:ext cx="346056" cy="345674"/>
            </a:xfrm>
            <a:custGeom>
              <a:avLst/>
              <a:gdLst/>
              <a:ahLst/>
              <a:cxnLst/>
              <a:rect l="l" t="t" r="r" b="b"/>
              <a:pathLst>
                <a:path w="10872" h="10860" extrusionOk="0">
                  <a:moveTo>
                    <a:pt x="5418" y="334"/>
                  </a:moveTo>
                  <a:cubicBezTo>
                    <a:pt x="8228" y="334"/>
                    <a:pt x="10514" y="2608"/>
                    <a:pt x="10514" y="5430"/>
                  </a:cubicBezTo>
                  <a:cubicBezTo>
                    <a:pt x="10514" y="8240"/>
                    <a:pt x="8228" y="10514"/>
                    <a:pt x="5418" y="10514"/>
                  </a:cubicBezTo>
                  <a:cubicBezTo>
                    <a:pt x="2608" y="10514"/>
                    <a:pt x="334" y="8240"/>
                    <a:pt x="334" y="5430"/>
                  </a:cubicBezTo>
                  <a:cubicBezTo>
                    <a:pt x="334" y="2608"/>
                    <a:pt x="2608" y="334"/>
                    <a:pt x="5418" y="334"/>
                  </a:cubicBezTo>
                  <a:close/>
                  <a:moveTo>
                    <a:pt x="5430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1" y="3989"/>
                    <a:pt x="1" y="5430"/>
                  </a:cubicBezTo>
                  <a:cubicBezTo>
                    <a:pt x="1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30" y="10859"/>
                  </a:cubicBezTo>
                  <a:cubicBezTo>
                    <a:pt x="6883" y="10859"/>
                    <a:pt x="8252" y="10300"/>
                    <a:pt x="9276" y="9264"/>
                  </a:cubicBezTo>
                  <a:cubicBezTo>
                    <a:pt x="10300" y="8240"/>
                    <a:pt x="10871" y="6871"/>
                    <a:pt x="10871" y="5430"/>
                  </a:cubicBezTo>
                  <a:cubicBezTo>
                    <a:pt x="10871" y="3989"/>
                    <a:pt x="10300" y="2620"/>
                    <a:pt x="9276" y="1584"/>
                  </a:cubicBezTo>
                  <a:cubicBezTo>
                    <a:pt x="8252" y="560"/>
                    <a:pt x="6883" y="1"/>
                    <a:pt x="5430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Google Shape;521;p58"/>
            <p:cNvSpPr/>
            <p:nvPr/>
          </p:nvSpPr>
          <p:spPr>
            <a:xfrm>
              <a:off x="3368074" y="3882537"/>
              <a:ext cx="215298" cy="215298"/>
            </a:xfrm>
            <a:custGeom>
              <a:avLst/>
              <a:gdLst/>
              <a:ahLst/>
              <a:cxnLst/>
              <a:rect l="l" t="t" r="r" b="b"/>
              <a:pathLst>
                <a:path w="6764" h="6764" extrusionOk="0">
                  <a:moveTo>
                    <a:pt x="5335" y="346"/>
                  </a:moveTo>
                  <a:cubicBezTo>
                    <a:pt x="5930" y="346"/>
                    <a:pt x="6418" y="834"/>
                    <a:pt x="6418" y="1429"/>
                  </a:cubicBezTo>
                  <a:lnTo>
                    <a:pt x="6418" y="5335"/>
                  </a:lnTo>
                  <a:cubicBezTo>
                    <a:pt x="6418" y="5930"/>
                    <a:pt x="5930" y="6418"/>
                    <a:pt x="5335" y="6418"/>
                  </a:cubicBezTo>
                  <a:lnTo>
                    <a:pt x="1429" y="6418"/>
                  </a:lnTo>
                  <a:cubicBezTo>
                    <a:pt x="834" y="6418"/>
                    <a:pt x="346" y="5930"/>
                    <a:pt x="346" y="5335"/>
                  </a:cubicBezTo>
                  <a:lnTo>
                    <a:pt x="346" y="1429"/>
                  </a:lnTo>
                  <a:cubicBezTo>
                    <a:pt x="346" y="834"/>
                    <a:pt x="834" y="346"/>
                    <a:pt x="1429" y="346"/>
                  </a:cubicBezTo>
                  <a:close/>
                  <a:moveTo>
                    <a:pt x="1429" y="1"/>
                  </a:moveTo>
                  <a:cubicBezTo>
                    <a:pt x="644" y="1"/>
                    <a:pt x="1" y="644"/>
                    <a:pt x="1" y="1429"/>
                  </a:cubicBezTo>
                  <a:lnTo>
                    <a:pt x="1" y="5335"/>
                  </a:lnTo>
                  <a:cubicBezTo>
                    <a:pt x="1" y="6120"/>
                    <a:pt x="644" y="6763"/>
                    <a:pt x="1429" y="6763"/>
                  </a:cubicBezTo>
                  <a:lnTo>
                    <a:pt x="5335" y="6763"/>
                  </a:lnTo>
                  <a:cubicBezTo>
                    <a:pt x="6121" y="6763"/>
                    <a:pt x="6763" y="6120"/>
                    <a:pt x="6763" y="5335"/>
                  </a:cubicBezTo>
                  <a:lnTo>
                    <a:pt x="6763" y="1429"/>
                  </a:lnTo>
                  <a:cubicBezTo>
                    <a:pt x="6763" y="644"/>
                    <a:pt x="6121" y="1"/>
                    <a:pt x="533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Google Shape;522;p58"/>
            <p:cNvSpPr/>
            <p:nvPr/>
          </p:nvSpPr>
          <p:spPr>
            <a:xfrm>
              <a:off x="3418143" y="3933656"/>
              <a:ext cx="114811" cy="112742"/>
            </a:xfrm>
            <a:custGeom>
              <a:avLst/>
              <a:gdLst/>
              <a:ahLst/>
              <a:cxnLst/>
              <a:rect l="l" t="t" r="r" b="b"/>
              <a:pathLst>
                <a:path w="3607" h="3542" extrusionOk="0">
                  <a:moveTo>
                    <a:pt x="1822" y="0"/>
                  </a:moveTo>
                  <a:cubicBezTo>
                    <a:pt x="812" y="0"/>
                    <a:pt x="1" y="851"/>
                    <a:pt x="59" y="1859"/>
                  </a:cubicBezTo>
                  <a:cubicBezTo>
                    <a:pt x="95" y="2776"/>
                    <a:pt x="833" y="3502"/>
                    <a:pt x="1726" y="3538"/>
                  </a:cubicBezTo>
                  <a:cubicBezTo>
                    <a:pt x="1764" y="3541"/>
                    <a:pt x="1802" y="3542"/>
                    <a:pt x="1840" y="3542"/>
                  </a:cubicBezTo>
                  <a:cubicBezTo>
                    <a:pt x="2178" y="3542"/>
                    <a:pt x="2494" y="3447"/>
                    <a:pt x="2762" y="3276"/>
                  </a:cubicBezTo>
                  <a:cubicBezTo>
                    <a:pt x="2857" y="3217"/>
                    <a:pt x="2869" y="3086"/>
                    <a:pt x="2797" y="3014"/>
                  </a:cubicBezTo>
                  <a:cubicBezTo>
                    <a:pt x="2761" y="2978"/>
                    <a:pt x="2711" y="2964"/>
                    <a:pt x="2664" y="2964"/>
                  </a:cubicBezTo>
                  <a:cubicBezTo>
                    <a:pt x="2634" y="2964"/>
                    <a:pt x="2606" y="2969"/>
                    <a:pt x="2583" y="2979"/>
                  </a:cubicBezTo>
                  <a:cubicBezTo>
                    <a:pt x="2380" y="3096"/>
                    <a:pt x="2149" y="3185"/>
                    <a:pt x="1897" y="3185"/>
                  </a:cubicBezTo>
                  <a:cubicBezTo>
                    <a:pt x="1868" y="3185"/>
                    <a:pt x="1839" y="3183"/>
                    <a:pt x="1809" y="3181"/>
                  </a:cubicBezTo>
                  <a:cubicBezTo>
                    <a:pt x="1023" y="3169"/>
                    <a:pt x="380" y="2514"/>
                    <a:pt x="392" y="1716"/>
                  </a:cubicBezTo>
                  <a:cubicBezTo>
                    <a:pt x="426" y="948"/>
                    <a:pt x="1028" y="330"/>
                    <a:pt x="1792" y="330"/>
                  </a:cubicBezTo>
                  <a:cubicBezTo>
                    <a:pt x="1833" y="330"/>
                    <a:pt x="1874" y="332"/>
                    <a:pt x="1916" y="335"/>
                  </a:cubicBezTo>
                  <a:cubicBezTo>
                    <a:pt x="2619" y="371"/>
                    <a:pt x="3190" y="943"/>
                    <a:pt x="3250" y="1633"/>
                  </a:cubicBezTo>
                  <a:cubicBezTo>
                    <a:pt x="3285" y="1919"/>
                    <a:pt x="3214" y="2193"/>
                    <a:pt x="3095" y="2431"/>
                  </a:cubicBezTo>
                  <a:cubicBezTo>
                    <a:pt x="3059" y="2490"/>
                    <a:pt x="3059" y="2574"/>
                    <a:pt x="3119" y="2633"/>
                  </a:cubicBezTo>
                  <a:cubicBezTo>
                    <a:pt x="3149" y="2663"/>
                    <a:pt x="3191" y="2678"/>
                    <a:pt x="3234" y="2678"/>
                  </a:cubicBezTo>
                  <a:cubicBezTo>
                    <a:pt x="3295" y="2678"/>
                    <a:pt x="3358" y="2648"/>
                    <a:pt x="3393" y="2586"/>
                  </a:cubicBezTo>
                  <a:cubicBezTo>
                    <a:pt x="3536" y="2324"/>
                    <a:pt x="3607" y="2014"/>
                    <a:pt x="3583" y="1669"/>
                  </a:cubicBezTo>
                  <a:cubicBezTo>
                    <a:pt x="3536" y="764"/>
                    <a:pt x="2797" y="50"/>
                    <a:pt x="1904" y="2"/>
                  </a:cubicBezTo>
                  <a:cubicBezTo>
                    <a:pt x="1877" y="1"/>
                    <a:pt x="1849" y="0"/>
                    <a:pt x="182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Google Shape;523;p58"/>
            <p:cNvSpPr/>
            <p:nvPr/>
          </p:nvSpPr>
          <p:spPr>
            <a:xfrm>
              <a:off x="3519298" y="3910197"/>
              <a:ext cx="29570" cy="29220"/>
            </a:xfrm>
            <a:custGeom>
              <a:avLst/>
              <a:gdLst/>
              <a:ahLst/>
              <a:cxnLst/>
              <a:rect l="l" t="t" r="r" b="b"/>
              <a:pathLst>
                <a:path w="929" h="918" extrusionOk="0">
                  <a:moveTo>
                    <a:pt x="465" y="1"/>
                  </a:moveTo>
                  <a:cubicBezTo>
                    <a:pt x="203" y="1"/>
                    <a:pt x="0" y="203"/>
                    <a:pt x="0" y="453"/>
                  </a:cubicBezTo>
                  <a:cubicBezTo>
                    <a:pt x="0" y="715"/>
                    <a:pt x="203" y="918"/>
                    <a:pt x="465" y="918"/>
                  </a:cubicBezTo>
                  <a:cubicBezTo>
                    <a:pt x="715" y="918"/>
                    <a:pt x="929" y="715"/>
                    <a:pt x="929" y="453"/>
                  </a:cubicBezTo>
                  <a:cubicBezTo>
                    <a:pt x="929" y="203"/>
                    <a:pt x="715" y="1"/>
                    <a:pt x="46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4" name="Google Shape;524;p58"/>
          <p:cNvGrpSpPr/>
          <p:nvPr/>
        </p:nvGrpSpPr>
        <p:grpSpPr>
          <a:xfrm>
            <a:off x="2216296" y="3378698"/>
            <a:ext cx="299650" cy="299388"/>
            <a:chOff x="3752358" y="3817349"/>
            <a:chExt cx="346056" cy="345674"/>
          </a:xfrm>
        </p:grpSpPr>
        <p:sp>
          <p:nvSpPr>
            <p:cNvPr id="525" name="Google Shape;525;p58"/>
            <p:cNvSpPr/>
            <p:nvPr/>
          </p:nvSpPr>
          <p:spPr>
            <a:xfrm>
              <a:off x="3752358" y="3817349"/>
              <a:ext cx="346056" cy="345674"/>
            </a:xfrm>
            <a:custGeom>
              <a:avLst/>
              <a:gdLst/>
              <a:ahLst/>
              <a:cxnLst/>
              <a:rect l="l" t="t" r="r" b="b"/>
              <a:pathLst>
                <a:path w="10872" h="10860" extrusionOk="0">
                  <a:moveTo>
                    <a:pt x="5430" y="334"/>
                  </a:moveTo>
                  <a:cubicBezTo>
                    <a:pt x="8252" y="334"/>
                    <a:pt x="10526" y="2608"/>
                    <a:pt x="10526" y="5430"/>
                  </a:cubicBezTo>
                  <a:cubicBezTo>
                    <a:pt x="10526" y="8240"/>
                    <a:pt x="8228" y="10514"/>
                    <a:pt x="5430" y="10514"/>
                  </a:cubicBezTo>
                  <a:cubicBezTo>
                    <a:pt x="2620" y="10514"/>
                    <a:pt x="346" y="8240"/>
                    <a:pt x="346" y="5430"/>
                  </a:cubicBezTo>
                  <a:cubicBezTo>
                    <a:pt x="346" y="2608"/>
                    <a:pt x="2620" y="334"/>
                    <a:pt x="5430" y="334"/>
                  </a:cubicBezTo>
                  <a:close/>
                  <a:moveTo>
                    <a:pt x="5430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1" y="3989"/>
                    <a:pt x="1" y="5430"/>
                  </a:cubicBezTo>
                  <a:cubicBezTo>
                    <a:pt x="1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30" y="10859"/>
                  </a:cubicBezTo>
                  <a:cubicBezTo>
                    <a:pt x="6882" y="10859"/>
                    <a:pt x="8252" y="10300"/>
                    <a:pt x="9276" y="9264"/>
                  </a:cubicBezTo>
                  <a:cubicBezTo>
                    <a:pt x="10300" y="8240"/>
                    <a:pt x="10871" y="6871"/>
                    <a:pt x="10871" y="5430"/>
                  </a:cubicBezTo>
                  <a:cubicBezTo>
                    <a:pt x="10871" y="3989"/>
                    <a:pt x="10300" y="2620"/>
                    <a:pt x="9276" y="1584"/>
                  </a:cubicBezTo>
                  <a:cubicBezTo>
                    <a:pt x="8252" y="560"/>
                    <a:pt x="6882" y="1"/>
                    <a:pt x="5430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Google Shape;526;p58"/>
            <p:cNvSpPr/>
            <p:nvPr/>
          </p:nvSpPr>
          <p:spPr>
            <a:xfrm>
              <a:off x="3831933" y="3955682"/>
              <a:ext cx="47809" cy="120540"/>
            </a:xfrm>
            <a:custGeom>
              <a:avLst/>
              <a:gdLst/>
              <a:ahLst/>
              <a:cxnLst/>
              <a:rect l="l" t="t" r="r" b="b"/>
              <a:pathLst>
                <a:path w="1502" h="3787" extrusionOk="0">
                  <a:moveTo>
                    <a:pt x="1168" y="346"/>
                  </a:moveTo>
                  <a:lnTo>
                    <a:pt x="1168" y="3430"/>
                  </a:lnTo>
                  <a:lnTo>
                    <a:pt x="358" y="3430"/>
                  </a:lnTo>
                  <a:lnTo>
                    <a:pt x="358" y="346"/>
                  </a:lnTo>
                  <a:close/>
                  <a:moveTo>
                    <a:pt x="180" y="1"/>
                  </a:moveTo>
                  <a:cubicBezTo>
                    <a:pt x="96" y="1"/>
                    <a:pt x="1" y="72"/>
                    <a:pt x="1" y="179"/>
                  </a:cubicBezTo>
                  <a:lnTo>
                    <a:pt x="1" y="3608"/>
                  </a:lnTo>
                  <a:cubicBezTo>
                    <a:pt x="1" y="3703"/>
                    <a:pt x="72" y="3787"/>
                    <a:pt x="180" y="3787"/>
                  </a:cubicBezTo>
                  <a:lnTo>
                    <a:pt x="1323" y="3787"/>
                  </a:lnTo>
                  <a:cubicBezTo>
                    <a:pt x="1418" y="3787"/>
                    <a:pt x="1501" y="3715"/>
                    <a:pt x="1501" y="3608"/>
                  </a:cubicBezTo>
                  <a:lnTo>
                    <a:pt x="1501" y="179"/>
                  </a:lnTo>
                  <a:cubicBezTo>
                    <a:pt x="1501" y="72"/>
                    <a:pt x="1430" y="1"/>
                    <a:pt x="132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Google Shape;527;p58"/>
            <p:cNvSpPr/>
            <p:nvPr/>
          </p:nvSpPr>
          <p:spPr>
            <a:xfrm>
              <a:off x="3824739" y="3890112"/>
              <a:ext cx="55002" cy="55002"/>
            </a:xfrm>
            <a:custGeom>
              <a:avLst/>
              <a:gdLst/>
              <a:ahLst/>
              <a:cxnLst/>
              <a:rect l="l" t="t" r="r" b="b"/>
              <a:pathLst>
                <a:path w="1728" h="1728" extrusionOk="0">
                  <a:moveTo>
                    <a:pt x="870" y="334"/>
                  </a:moveTo>
                  <a:cubicBezTo>
                    <a:pt x="1156" y="334"/>
                    <a:pt x="1394" y="572"/>
                    <a:pt x="1394" y="846"/>
                  </a:cubicBezTo>
                  <a:cubicBezTo>
                    <a:pt x="1394" y="1132"/>
                    <a:pt x="1156" y="1370"/>
                    <a:pt x="870" y="1370"/>
                  </a:cubicBezTo>
                  <a:cubicBezTo>
                    <a:pt x="584" y="1370"/>
                    <a:pt x="346" y="1132"/>
                    <a:pt x="346" y="846"/>
                  </a:cubicBezTo>
                  <a:cubicBezTo>
                    <a:pt x="346" y="572"/>
                    <a:pt x="584" y="334"/>
                    <a:pt x="870" y="334"/>
                  </a:cubicBezTo>
                  <a:close/>
                  <a:moveTo>
                    <a:pt x="870" y="1"/>
                  </a:moveTo>
                  <a:cubicBezTo>
                    <a:pt x="394" y="1"/>
                    <a:pt x="1" y="394"/>
                    <a:pt x="1" y="870"/>
                  </a:cubicBezTo>
                  <a:cubicBezTo>
                    <a:pt x="1" y="1346"/>
                    <a:pt x="394" y="1727"/>
                    <a:pt x="870" y="1727"/>
                  </a:cubicBezTo>
                  <a:cubicBezTo>
                    <a:pt x="1346" y="1727"/>
                    <a:pt x="1727" y="1334"/>
                    <a:pt x="1727" y="870"/>
                  </a:cubicBezTo>
                  <a:cubicBezTo>
                    <a:pt x="1727" y="394"/>
                    <a:pt x="1346" y="1"/>
                    <a:pt x="870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Google Shape;528;p58"/>
            <p:cNvSpPr/>
            <p:nvPr/>
          </p:nvSpPr>
          <p:spPr>
            <a:xfrm>
              <a:off x="3904696" y="3955682"/>
              <a:ext cx="128148" cy="120540"/>
            </a:xfrm>
            <a:custGeom>
              <a:avLst/>
              <a:gdLst/>
              <a:ahLst/>
              <a:cxnLst/>
              <a:rect l="l" t="t" r="r" b="b"/>
              <a:pathLst>
                <a:path w="4026" h="3787" extrusionOk="0">
                  <a:moveTo>
                    <a:pt x="191" y="1"/>
                  </a:moveTo>
                  <a:cubicBezTo>
                    <a:pt x="96" y="1"/>
                    <a:pt x="1" y="72"/>
                    <a:pt x="1" y="179"/>
                  </a:cubicBezTo>
                  <a:lnTo>
                    <a:pt x="1" y="3608"/>
                  </a:lnTo>
                  <a:cubicBezTo>
                    <a:pt x="1" y="3703"/>
                    <a:pt x="84" y="3787"/>
                    <a:pt x="191" y="3787"/>
                  </a:cubicBezTo>
                  <a:lnTo>
                    <a:pt x="1334" y="3787"/>
                  </a:lnTo>
                  <a:cubicBezTo>
                    <a:pt x="1418" y="3787"/>
                    <a:pt x="1513" y="3715"/>
                    <a:pt x="1513" y="3608"/>
                  </a:cubicBezTo>
                  <a:lnTo>
                    <a:pt x="1513" y="2382"/>
                  </a:lnTo>
                  <a:cubicBezTo>
                    <a:pt x="1513" y="1977"/>
                    <a:pt x="1596" y="1501"/>
                    <a:pt x="2037" y="1501"/>
                  </a:cubicBezTo>
                  <a:cubicBezTo>
                    <a:pt x="2347" y="1501"/>
                    <a:pt x="2477" y="1763"/>
                    <a:pt x="2525" y="2060"/>
                  </a:cubicBezTo>
                  <a:cubicBezTo>
                    <a:pt x="2537" y="2156"/>
                    <a:pt x="2608" y="2215"/>
                    <a:pt x="2692" y="2215"/>
                  </a:cubicBezTo>
                  <a:cubicBezTo>
                    <a:pt x="2787" y="2215"/>
                    <a:pt x="2870" y="2120"/>
                    <a:pt x="2847" y="2025"/>
                  </a:cubicBezTo>
                  <a:cubicBezTo>
                    <a:pt x="2763" y="1465"/>
                    <a:pt x="2477" y="1155"/>
                    <a:pt x="2013" y="1155"/>
                  </a:cubicBezTo>
                  <a:cubicBezTo>
                    <a:pt x="1465" y="1155"/>
                    <a:pt x="1156" y="1608"/>
                    <a:pt x="1156" y="2382"/>
                  </a:cubicBezTo>
                  <a:lnTo>
                    <a:pt x="1156" y="3430"/>
                  </a:lnTo>
                  <a:lnTo>
                    <a:pt x="346" y="3430"/>
                  </a:lnTo>
                  <a:lnTo>
                    <a:pt x="346" y="358"/>
                  </a:lnTo>
                  <a:lnTo>
                    <a:pt x="918" y="358"/>
                  </a:lnTo>
                  <a:lnTo>
                    <a:pt x="918" y="572"/>
                  </a:lnTo>
                  <a:cubicBezTo>
                    <a:pt x="918" y="632"/>
                    <a:pt x="930" y="679"/>
                    <a:pt x="977" y="715"/>
                  </a:cubicBezTo>
                  <a:cubicBezTo>
                    <a:pt x="1007" y="733"/>
                    <a:pt x="1043" y="742"/>
                    <a:pt x="1078" y="742"/>
                  </a:cubicBezTo>
                  <a:cubicBezTo>
                    <a:pt x="1114" y="742"/>
                    <a:pt x="1150" y="733"/>
                    <a:pt x="1180" y="715"/>
                  </a:cubicBezTo>
                  <a:cubicBezTo>
                    <a:pt x="1477" y="477"/>
                    <a:pt x="1835" y="358"/>
                    <a:pt x="2227" y="358"/>
                  </a:cubicBezTo>
                  <a:cubicBezTo>
                    <a:pt x="3204" y="358"/>
                    <a:pt x="3656" y="1191"/>
                    <a:pt x="3656" y="2001"/>
                  </a:cubicBezTo>
                  <a:lnTo>
                    <a:pt x="3656" y="3430"/>
                  </a:lnTo>
                  <a:lnTo>
                    <a:pt x="2847" y="3430"/>
                  </a:lnTo>
                  <a:lnTo>
                    <a:pt x="2847" y="2870"/>
                  </a:lnTo>
                  <a:cubicBezTo>
                    <a:pt x="2847" y="2775"/>
                    <a:pt x="2775" y="2703"/>
                    <a:pt x="2692" y="2703"/>
                  </a:cubicBezTo>
                  <a:cubicBezTo>
                    <a:pt x="2597" y="2703"/>
                    <a:pt x="2525" y="2775"/>
                    <a:pt x="2525" y="2870"/>
                  </a:cubicBezTo>
                  <a:lnTo>
                    <a:pt x="2525" y="3596"/>
                  </a:lnTo>
                  <a:cubicBezTo>
                    <a:pt x="2525" y="3691"/>
                    <a:pt x="2597" y="3775"/>
                    <a:pt x="2704" y="3775"/>
                  </a:cubicBezTo>
                  <a:lnTo>
                    <a:pt x="3847" y="3775"/>
                  </a:lnTo>
                  <a:cubicBezTo>
                    <a:pt x="3942" y="3775"/>
                    <a:pt x="4025" y="3703"/>
                    <a:pt x="4025" y="3596"/>
                  </a:cubicBezTo>
                  <a:lnTo>
                    <a:pt x="4025" y="1989"/>
                  </a:lnTo>
                  <a:cubicBezTo>
                    <a:pt x="4025" y="810"/>
                    <a:pt x="3299" y="1"/>
                    <a:pt x="2239" y="1"/>
                  </a:cubicBezTo>
                  <a:cubicBezTo>
                    <a:pt x="1894" y="1"/>
                    <a:pt x="1573" y="84"/>
                    <a:pt x="1275" y="251"/>
                  </a:cubicBezTo>
                  <a:lnTo>
                    <a:pt x="1275" y="179"/>
                  </a:lnTo>
                  <a:cubicBezTo>
                    <a:pt x="1275" y="84"/>
                    <a:pt x="1204" y="1"/>
                    <a:pt x="109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9" name="Google Shape;529;p58"/>
          <p:cNvGrpSpPr/>
          <p:nvPr/>
        </p:nvGrpSpPr>
        <p:grpSpPr>
          <a:xfrm>
            <a:off x="2605163" y="3378698"/>
            <a:ext cx="299622" cy="299388"/>
            <a:chOff x="4201447" y="3817349"/>
            <a:chExt cx="346024" cy="345674"/>
          </a:xfrm>
        </p:grpSpPr>
        <p:sp>
          <p:nvSpPr>
            <p:cNvPr id="530" name="Google Shape;530;p58"/>
            <p:cNvSpPr/>
            <p:nvPr/>
          </p:nvSpPr>
          <p:spPr>
            <a:xfrm>
              <a:off x="4201447" y="3817349"/>
              <a:ext cx="346024" cy="345674"/>
            </a:xfrm>
            <a:custGeom>
              <a:avLst/>
              <a:gdLst/>
              <a:ahLst/>
              <a:cxnLst/>
              <a:rect l="l" t="t" r="r" b="b"/>
              <a:pathLst>
                <a:path w="10871" h="10860" extrusionOk="0">
                  <a:moveTo>
                    <a:pt x="5430" y="334"/>
                  </a:moveTo>
                  <a:cubicBezTo>
                    <a:pt x="8252" y="334"/>
                    <a:pt x="10526" y="2608"/>
                    <a:pt x="10526" y="5430"/>
                  </a:cubicBezTo>
                  <a:cubicBezTo>
                    <a:pt x="10526" y="8240"/>
                    <a:pt x="8252" y="10514"/>
                    <a:pt x="5430" y="10514"/>
                  </a:cubicBezTo>
                  <a:cubicBezTo>
                    <a:pt x="2620" y="10514"/>
                    <a:pt x="346" y="8240"/>
                    <a:pt x="346" y="5430"/>
                  </a:cubicBezTo>
                  <a:cubicBezTo>
                    <a:pt x="346" y="2608"/>
                    <a:pt x="2620" y="334"/>
                    <a:pt x="5430" y="334"/>
                  </a:cubicBezTo>
                  <a:close/>
                  <a:moveTo>
                    <a:pt x="5430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1" y="3989"/>
                    <a:pt x="1" y="5430"/>
                  </a:cubicBezTo>
                  <a:cubicBezTo>
                    <a:pt x="1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30" y="10859"/>
                  </a:cubicBezTo>
                  <a:cubicBezTo>
                    <a:pt x="6882" y="10859"/>
                    <a:pt x="8252" y="10300"/>
                    <a:pt x="9276" y="9264"/>
                  </a:cubicBezTo>
                  <a:cubicBezTo>
                    <a:pt x="10299" y="8240"/>
                    <a:pt x="10871" y="6871"/>
                    <a:pt x="10871" y="5430"/>
                  </a:cubicBezTo>
                  <a:cubicBezTo>
                    <a:pt x="10871" y="3989"/>
                    <a:pt x="10299" y="2620"/>
                    <a:pt x="9276" y="1584"/>
                  </a:cubicBezTo>
                  <a:cubicBezTo>
                    <a:pt x="8252" y="560"/>
                    <a:pt x="6882" y="1"/>
                    <a:pt x="5430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58"/>
            <p:cNvSpPr/>
            <p:nvPr/>
          </p:nvSpPr>
          <p:spPr>
            <a:xfrm>
              <a:off x="4271569" y="3904531"/>
              <a:ext cx="227394" cy="185728"/>
            </a:xfrm>
            <a:custGeom>
              <a:avLst/>
              <a:gdLst/>
              <a:ahLst/>
              <a:cxnLst/>
              <a:rect l="l" t="t" r="r" b="b"/>
              <a:pathLst>
                <a:path w="7144" h="5835" extrusionOk="0">
                  <a:moveTo>
                    <a:pt x="4620" y="0"/>
                  </a:moveTo>
                  <a:cubicBezTo>
                    <a:pt x="3727" y="0"/>
                    <a:pt x="2977" y="691"/>
                    <a:pt x="2905" y="1572"/>
                  </a:cubicBezTo>
                  <a:cubicBezTo>
                    <a:pt x="2727" y="1548"/>
                    <a:pt x="2358" y="1441"/>
                    <a:pt x="2262" y="1405"/>
                  </a:cubicBezTo>
                  <a:cubicBezTo>
                    <a:pt x="1643" y="1203"/>
                    <a:pt x="1072" y="810"/>
                    <a:pt x="631" y="322"/>
                  </a:cubicBezTo>
                  <a:cubicBezTo>
                    <a:pt x="596" y="298"/>
                    <a:pt x="572" y="274"/>
                    <a:pt x="524" y="262"/>
                  </a:cubicBezTo>
                  <a:cubicBezTo>
                    <a:pt x="517" y="261"/>
                    <a:pt x="509" y="260"/>
                    <a:pt x="501" y="260"/>
                  </a:cubicBezTo>
                  <a:cubicBezTo>
                    <a:pt x="436" y="260"/>
                    <a:pt x="367" y="304"/>
                    <a:pt x="346" y="357"/>
                  </a:cubicBezTo>
                  <a:cubicBezTo>
                    <a:pt x="238" y="572"/>
                    <a:pt x="179" y="810"/>
                    <a:pt x="179" y="1048"/>
                  </a:cubicBezTo>
                  <a:cubicBezTo>
                    <a:pt x="179" y="1393"/>
                    <a:pt x="286" y="1727"/>
                    <a:pt x="476" y="1977"/>
                  </a:cubicBezTo>
                  <a:cubicBezTo>
                    <a:pt x="466" y="1975"/>
                    <a:pt x="456" y="1974"/>
                    <a:pt x="446" y="1974"/>
                  </a:cubicBezTo>
                  <a:cubicBezTo>
                    <a:pt x="397" y="1974"/>
                    <a:pt x="349" y="1997"/>
                    <a:pt x="310" y="2036"/>
                  </a:cubicBezTo>
                  <a:cubicBezTo>
                    <a:pt x="286" y="2060"/>
                    <a:pt x="286" y="2108"/>
                    <a:pt x="274" y="2143"/>
                  </a:cubicBezTo>
                  <a:lnTo>
                    <a:pt x="274" y="2203"/>
                  </a:lnTo>
                  <a:cubicBezTo>
                    <a:pt x="274" y="2655"/>
                    <a:pt x="476" y="3072"/>
                    <a:pt x="822" y="3358"/>
                  </a:cubicBezTo>
                  <a:cubicBezTo>
                    <a:pt x="786" y="3370"/>
                    <a:pt x="774" y="3405"/>
                    <a:pt x="762" y="3417"/>
                  </a:cubicBezTo>
                  <a:cubicBezTo>
                    <a:pt x="750" y="3465"/>
                    <a:pt x="727" y="3513"/>
                    <a:pt x="750" y="3548"/>
                  </a:cubicBezTo>
                  <a:cubicBezTo>
                    <a:pt x="893" y="4024"/>
                    <a:pt x="1262" y="4405"/>
                    <a:pt x="1727" y="4548"/>
                  </a:cubicBezTo>
                  <a:cubicBezTo>
                    <a:pt x="1310" y="4798"/>
                    <a:pt x="834" y="4941"/>
                    <a:pt x="334" y="4941"/>
                  </a:cubicBezTo>
                  <a:lnTo>
                    <a:pt x="191" y="4941"/>
                  </a:lnTo>
                  <a:cubicBezTo>
                    <a:pt x="107" y="4941"/>
                    <a:pt x="36" y="5001"/>
                    <a:pt x="12" y="5084"/>
                  </a:cubicBezTo>
                  <a:cubicBezTo>
                    <a:pt x="0" y="5156"/>
                    <a:pt x="48" y="5239"/>
                    <a:pt x="107" y="5263"/>
                  </a:cubicBezTo>
                  <a:cubicBezTo>
                    <a:pt x="727" y="5632"/>
                    <a:pt x="1465" y="5834"/>
                    <a:pt x="2191" y="5834"/>
                  </a:cubicBezTo>
                  <a:cubicBezTo>
                    <a:pt x="3072" y="5834"/>
                    <a:pt x="3905" y="5560"/>
                    <a:pt x="4596" y="5060"/>
                  </a:cubicBezTo>
                  <a:cubicBezTo>
                    <a:pt x="4691" y="5001"/>
                    <a:pt x="4691" y="4858"/>
                    <a:pt x="4620" y="4786"/>
                  </a:cubicBezTo>
                  <a:cubicBezTo>
                    <a:pt x="4587" y="4754"/>
                    <a:pt x="4544" y="4735"/>
                    <a:pt x="4499" y="4735"/>
                  </a:cubicBezTo>
                  <a:cubicBezTo>
                    <a:pt x="4463" y="4735"/>
                    <a:pt x="4426" y="4748"/>
                    <a:pt x="4394" y="4775"/>
                  </a:cubicBezTo>
                  <a:cubicBezTo>
                    <a:pt x="3763" y="5215"/>
                    <a:pt x="3013" y="5489"/>
                    <a:pt x="2191" y="5489"/>
                  </a:cubicBezTo>
                  <a:cubicBezTo>
                    <a:pt x="1727" y="5489"/>
                    <a:pt x="1262" y="5394"/>
                    <a:pt x="846" y="5239"/>
                  </a:cubicBezTo>
                  <a:cubicBezTo>
                    <a:pt x="1369" y="5144"/>
                    <a:pt x="1846" y="4917"/>
                    <a:pt x="2262" y="4584"/>
                  </a:cubicBezTo>
                  <a:cubicBezTo>
                    <a:pt x="2310" y="4536"/>
                    <a:pt x="2334" y="4477"/>
                    <a:pt x="2322" y="4417"/>
                  </a:cubicBezTo>
                  <a:cubicBezTo>
                    <a:pt x="2310" y="4346"/>
                    <a:pt x="2239" y="4286"/>
                    <a:pt x="2155" y="4286"/>
                  </a:cubicBezTo>
                  <a:cubicBezTo>
                    <a:pt x="1739" y="4263"/>
                    <a:pt x="1369" y="4048"/>
                    <a:pt x="1167" y="3691"/>
                  </a:cubicBezTo>
                  <a:cubicBezTo>
                    <a:pt x="1250" y="3691"/>
                    <a:pt x="1358" y="3667"/>
                    <a:pt x="1441" y="3643"/>
                  </a:cubicBezTo>
                  <a:cubicBezTo>
                    <a:pt x="1524" y="3632"/>
                    <a:pt x="1584" y="3572"/>
                    <a:pt x="1584" y="3489"/>
                  </a:cubicBezTo>
                  <a:cubicBezTo>
                    <a:pt x="1596" y="3405"/>
                    <a:pt x="1536" y="3334"/>
                    <a:pt x="1441" y="3298"/>
                  </a:cubicBezTo>
                  <a:cubicBezTo>
                    <a:pt x="1000" y="3191"/>
                    <a:pt x="667" y="2822"/>
                    <a:pt x="596" y="2381"/>
                  </a:cubicBezTo>
                  <a:lnTo>
                    <a:pt x="596" y="2381"/>
                  </a:lnTo>
                  <a:cubicBezTo>
                    <a:pt x="727" y="2405"/>
                    <a:pt x="869" y="2417"/>
                    <a:pt x="1000" y="2417"/>
                  </a:cubicBezTo>
                  <a:cubicBezTo>
                    <a:pt x="1084" y="2417"/>
                    <a:pt x="1143" y="2358"/>
                    <a:pt x="1167" y="2274"/>
                  </a:cubicBezTo>
                  <a:cubicBezTo>
                    <a:pt x="1179" y="2203"/>
                    <a:pt x="1131" y="2143"/>
                    <a:pt x="1072" y="2108"/>
                  </a:cubicBezTo>
                  <a:cubicBezTo>
                    <a:pt x="703" y="1881"/>
                    <a:pt x="476" y="1488"/>
                    <a:pt x="476" y="1048"/>
                  </a:cubicBezTo>
                  <a:cubicBezTo>
                    <a:pt x="476" y="953"/>
                    <a:pt x="488" y="846"/>
                    <a:pt x="524" y="738"/>
                  </a:cubicBezTo>
                  <a:cubicBezTo>
                    <a:pt x="965" y="1191"/>
                    <a:pt x="1524" y="1524"/>
                    <a:pt x="2120" y="1727"/>
                  </a:cubicBezTo>
                  <a:cubicBezTo>
                    <a:pt x="2120" y="1727"/>
                    <a:pt x="2715" y="1905"/>
                    <a:pt x="2929" y="1917"/>
                  </a:cubicBezTo>
                  <a:lnTo>
                    <a:pt x="3024" y="1917"/>
                  </a:lnTo>
                  <a:cubicBezTo>
                    <a:pt x="3096" y="1917"/>
                    <a:pt x="3167" y="1869"/>
                    <a:pt x="3191" y="1798"/>
                  </a:cubicBezTo>
                  <a:cubicBezTo>
                    <a:pt x="3203" y="1786"/>
                    <a:pt x="3203" y="1750"/>
                    <a:pt x="3203" y="1738"/>
                  </a:cubicBezTo>
                  <a:lnTo>
                    <a:pt x="3203" y="1703"/>
                  </a:lnTo>
                  <a:cubicBezTo>
                    <a:pt x="3203" y="953"/>
                    <a:pt x="3810" y="334"/>
                    <a:pt x="4572" y="334"/>
                  </a:cubicBezTo>
                  <a:cubicBezTo>
                    <a:pt x="4941" y="334"/>
                    <a:pt x="5287" y="488"/>
                    <a:pt x="5549" y="750"/>
                  </a:cubicBezTo>
                  <a:cubicBezTo>
                    <a:pt x="5585" y="787"/>
                    <a:pt x="5621" y="802"/>
                    <a:pt x="5663" y="802"/>
                  </a:cubicBezTo>
                  <a:cubicBezTo>
                    <a:pt x="5676" y="802"/>
                    <a:pt x="5689" y="801"/>
                    <a:pt x="5703" y="798"/>
                  </a:cubicBezTo>
                  <a:cubicBezTo>
                    <a:pt x="5882" y="762"/>
                    <a:pt x="6049" y="738"/>
                    <a:pt x="6203" y="679"/>
                  </a:cubicBezTo>
                  <a:lnTo>
                    <a:pt x="6203" y="679"/>
                  </a:lnTo>
                  <a:cubicBezTo>
                    <a:pt x="6120" y="762"/>
                    <a:pt x="6013" y="857"/>
                    <a:pt x="5894" y="917"/>
                  </a:cubicBezTo>
                  <a:cubicBezTo>
                    <a:pt x="5822" y="965"/>
                    <a:pt x="5787" y="1048"/>
                    <a:pt x="5822" y="1143"/>
                  </a:cubicBezTo>
                  <a:cubicBezTo>
                    <a:pt x="5846" y="1203"/>
                    <a:pt x="5930" y="1250"/>
                    <a:pt x="6001" y="1250"/>
                  </a:cubicBezTo>
                  <a:cubicBezTo>
                    <a:pt x="6144" y="1227"/>
                    <a:pt x="6287" y="1215"/>
                    <a:pt x="6418" y="1167"/>
                  </a:cubicBezTo>
                  <a:lnTo>
                    <a:pt x="6418" y="1167"/>
                  </a:lnTo>
                  <a:cubicBezTo>
                    <a:pt x="6299" y="1286"/>
                    <a:pt x="6168" y="1405"/>
                    <a:pt x="6013" y="1512"/>
                  </a:cubicBezTo>
                  <a:cubicBezTo>
                    <a:pt x="5965" y="1548"/>
                    <a:pt x="5941" y="1608"/>
                    <a:pt x="5941" y="1655"/>
                  </a:cubicBezTo>
                  <a:lnTo>
                    <a:pt x="5941" y="1679"/>
                  </a:lnTo>
                  <a:lnTo>
                    <a:pt x="5941" y="1703"/>
                  </a:lnTo>
                  <a:lnTo>
                    <a:pt x="5941" y="1727"/>
                  </a:lnTo>
                  <a:cubicBezTo>
                    <a:pt x="5941" y="2691"/>
                    <a:pt x="5572" y="3572"/>
                    <a:pt x="4977" y="4227"/>
                  </a:cubicBezTo>
                  <a:cubicBezTo>
                    <a:pt x="4918" y="4298"/>
                    <a:pt x="4918" y="4405"/>
                    <a:pt x="4977" y="4465"/>
                  </a:cubicBezTo>
                  <a:cubicBezTo>
                    <a:pt x="5011" y="4499"/>
                    <a:pt x="5053" y="4514"/>
                    <a:pt x="5096" y="4514"/>
                  </a:cubicBezTo>
                  <a:cubicBezTo>
                    <a:pt x="5143" y="4514"/>
                    <a:pt x="5190" y="4496"/>
                    <a:pt x="5227" y="4465"/>
                  </a:cubicBezTo>
                  <a:cubicBezTo>
                    <a:pt x="5894" y="3715"/>
                    <a:pt x="6263" y="2762"/>
                    <a:pt x="6287" y="1750"/>
                  </a:cubicBezTo>
                  <a:cubicBezTo>
                    <a:pt x="6596" y="1524"/>
                    <a:pt x="6846" y="1250"/>
                    <a:pt x="7061" y="917"/>
                  </a:cubicBezTo>
                  <a:cubicBezTo>
                    <a:pt x="7144" y="857"/>
                    <a:pt x="7132" y="750"/>
                    <a:pt x="7061" y="715"/>
                  </a:cubicBezTo>
                  <a:cubicBezTo>
                    <a:pt x="7029" y="683"/>
                    <a:pt x="6987" y="667"/>
                    <a:pt x="6937" y="667"/>
                  </a:cubicBezTo>
                  <a:cubicBezTo>
                    <a:pt x="6912" y="667"/>
                    <a:pt x="6886" y="671"/>
                    <a:pt x="6858" y="679"/>
                  </a:cubicBezTo>
                  <a:cubicBezTo>
                    <a:pt x="6775" y="726"/>
                    <a:pt x="6680" y="750"/>
                    <a:pt x="6596" y="786"/>
                  </a:cubicBezTo>
                  <a:cubicBezTo>
                    <a:pt x="6680" y="667"/>
                    <a:pt x="6763" y="512"/>
                    <a:pt x="6823" y="369"/>
                  </a:cubicBezTo>
                  <a:cubicBezTo>
                    <a:pt x="6834" y="310"/>
                    <a:pt x="6834" y="238"/>
                    <a:pt x="6787" y="191"/>
                  </a:cubicBezTo>
                  <a:cubicBezTo>
                    <a:pt x="6750" y="153"/>
                    <a:pt x="6703" y="135"/>
                    <a:pt x="6659" y="135"/>
                  </a:cubicBezTo>
                  <a:cubicBezTo>
                    <a:pt x="6632" y="135"/>
                    <a:pt x="6607" y="142"/>
                    <a:pt x="6584" y="155"/>
                  </a:cubicBezTo>
                  <a:cubicBezTo>
                    <a:pt x="6322" y="310"/>
                    <a:pt x="6061" y="393"/>
                    <a:pt x="5775" y="441"/>
                  </a:cubicBezTo>
                  <a:cubicBezTo>
                    <a:pt x="5465" y="143"/>
                    <a:pt x="5048" y="0"/>
                    <a:pt x="4620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32" name="Google Shape;532;p58"/>
          <p:cNvSpPr txBox="1">
            <a:spLocks noGrp="1"/>
          </p:cNvSpPr>
          <p:nvPr>
            <p:ph type="subTitle" idx="4294967295"/>
          </p:nvPr>
        </p:nvSpPr>
        <p:spPr>
          <a:xfrm>
            <a:off x="1347730" y="2561431"/>
            <a:ext cx="3557400" cy="73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manu_pasquali</a:t>
            </a:r>
            <a:r>
              <a:rPr lang="en">
                <a:uFill>
                  <a:noFill/>
                </a:uFill>
                <a:hlinkClick r:id="rId3"/>
              </a:rPr>
              <a:t>@hotmail.com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+54 221 6746261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jpasquali</a:t>
            </a:r>
            <a:r>
              <a:rPr lang="en">
                <a:solidFill>
                  <a:schemeClr val="accent1"/>
                </a:solidFill>
                <a:uFill>
                  <a:noFill/>
                </a:u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.com</a:t>
            </a:r>
            <a:endParaRPr>
              <a:solidFill>
                <a:schemeClr val="accen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mail Campaign by Slidesgo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DE3564"/>
      </a:accent1>
      <a:accent2>
        <a:srgbClr val="372266"/>
      </a:accent2>
      <a:accent3>
        <a:srgbClr val="F6F6F6"/>
      </a:accent3>
      <a:accent4>
        <a:srgbClr val="503B80"/>
      </a:accent4>
      <a:accent5>
        <a:srgbClr val="8167BD"/>
      </a:accent5>
      <a:accent6>
        <a:srgbClr val="F8628C"/>
      </a:accent6>
      <a:hlink>
        <a:srgbClr val="DE3564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1275</Words>
  <Application>Microsoft Office PowerPoint</Application>
  <PresentationFormat>On-screen Show (16:9)</PresentationFormat>
  <Paragraphs>107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Arial</vt:lpstr>
      <vt:lpstr>Exo 2</vt:lpstr>
      <vt:lpstr>Overlock</vt:lpstr>
      <vt:lpstr>Email Campaign by Slidesgo</vt:lpstr>
      <vt:lpstr>Monitoreo Datacenter</vt:lpstr>
      <vt:lpstr>PowerPoint Presentation</vt:lpstr>
      <vt:lpstr>01.</vt:lpstr>
      <vt:lpstr>Nuestro trabajo</vt:lpstr>
      <vt:lpstr>El Lenguaje y el Modelo de Concurrencia</vt:lpstr>
      <vt:lpstr>Conurrencia</vt:lpstr>
      <vt:lpstr>Sincronización y Bloqueo</vt:lpstr>
      <vt:lpstr>Interfaz Gráfica </vt:lpstr>
      <vt:lpstr>02.</vt:lpstr>
      <vt:lpstr>Objetivo : Ambiente estable y controlado</vt:lpstr>
      <vt:lpstr>03.</vt:lpstr>
      <vt:lpstr>Equipos instalados en la sala</vt:lpstr>
      <vt:lpstr>04.</vt:lpstr>
      <vt:lpstr>Corte de suministro eléctrico</vt:lpstr>
      <vt:lpstr>Redundancia electrica</vt:lpstr>
      <vt:lpstr>Servidores PROD LAB NAS</vt:lpstr>
      <vt:lpstr>Aires acondicionados</vt:lpstr>
      <vt:lpstr>Alta disponibilidad  en emergencia</vt:lpstr>
      <vt:lpstr>Log de eventos</vt:lpstr>
      <vt:lpstr>Temperatura ambiente</vt:lpstr>
      <vt:lpstr>05.</vt:lpstr>
      <vt:lpstr>Obtenemos</vt:lpstr>
      <vt:lpstr>Chequeos</vt:lpstr>
      <vt:lpstr>Gracias!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juan</dc:creator>
  <cp:lastModifiedBy>Juan Manuel Pasquali</cp:lastModifiedBy>
  <cp:revision>3</cp:revision>
  <dcterms:modified xsi:type="dcterms:W3CDTF">2026-02-04T12:54:52Z</dcterms:modified>
</cp:coreProperties>
</file>